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1" r:id="rId3"/>
    <p:sldId id="260" r:id="rId4"/>
    <p:sldId id="283" r:id="rId5"/>
    <p:sldId id="262" r:id="rId6"/>
    <p:sldId id="261" r:id="rId7"/>
    <p:sldId id="263" r:id="rId8"/>
    <p:sldId id="265" r:id="rId9"/>
    <p:sldId id="266" r:id="rId10"/>
    <p:sldId id="267" r:id="rId11"/>
    <p:sldId id="282" r:id="rId12"/>
    <p:sldId id="284" r:id="rId13"/>
    <p:sldId id="271" r:id="rId14"/>
    <p:sldId id="273" r:id="rId15"/>
    <p:sldId id="275" r:id="rId16"/>
    <p:sldId id="279" r:id="rId17"/>
    <p:sldId id="274" r:id="rId18"/>
    <p:sldId id="280" r:id="rId1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89" y="5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8801" cy="1188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P:\FAST%20CAREERS\2025%20Sep\PPT%20XL\CA%20Result%20ICAI%20Data%20Analysis%20and%20PPT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4057"/>
          <c:y val="0.18238599999999999"/>
          <c:w val="0.79542400000000002"/>
          <c:h val="0.63340600000000002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Sheet4!$C$1</c:f>
              <c:strCache>
                <c:ptCount val="1"/>
                <c:pt idx="0">
                  <c:v>Both Group Pass %</c:v>
                </c:pt>
              </c:strCache>
            </c:strRef>
          </c:tx>
          <c:spPr>
            <a:prstGeom prst="rect">
              <a:avLst/>
            </a:prstGeom>
            <a:gradFill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1.3444864305325021E-2"/>
                  <c:y val="-0.1373587910536552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5E1-4077-86D8-D23CDFD0F3C1}"/>
                </c:ext>
              </c:extLst>
            </c:dLbl>
            <c:dLbl>
              <c:idx val="1"/>
              <c:layout>
                <c:manualLayout>
                  <c:x val="0"/>
                  <c:y val="-0.1407480000000000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5E1-4077-86D8-D23CDFD0F3C1}"/>
                </c:ext>
              </c:extLst>
            </c:dLbl>
            <c:dLbl>
              <c:idx val="2"/>
              <c:layout>
                <c:manualLayout>
                  <c:x val="0"/>
                  <c:y val="-0.159513999999999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5E1-4077-86D8-D23CDFD0F3C1}"/>
                </c:ext>
              </c:extLst>
            </c:dLbl>
            <c:dLbl>
              <c:idx val="3"/>
              <c:layout>
                <c:manualLayout>
                  <c:x val="-2.7319540808127389E-3"/>
                  <c:y val="-0.203510855069585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E1-4077-86D8-D23CDFD0F3C1}"/>
                </c:ext>
              </c:extLst>
            </c:dLbl>
            <c:dLbl>
              <c:idx val="4"/>
              <c:layout>
                <c:manualLayout>
                  <c:x val="-3.6025884433874873E-4"/>
                  <c:y val="-0.2575219806046262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5E1-4077-86D8-D23CDFD0F3C1}"/>
                </c:ext>
              </c:extLst>
            </c:dLbl>
            <c:dLbl>
              <c:idx val="5"/>
              <c:layout>
                <c:manualLayout>
                  <c:x val="9.8594532599929597E-17"/>
                  <c:y val="-0.229729087462043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E1-4077-86D8-D23CDFD0F3C1}"/>
                </c:ext>
              </c:extLst>
            </c:dLbl>
            <c:dLbl>
              <c:idx val="6"/>
              <c:layout>
                <c:manualLayout>
                  <c:x val="-2.1511782888520056E-2"/>
                  <c:y val="-0.1720138136756839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5E1-4077-86D8-D23CDFD0F3C1}"/>
                </c:ext>
              </c:extLst>
            </c:dLbl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Sheet4!$A$2:$A$8</c:f>
              <c:numCache>
                <c:formatCode>mmm\-yy</c:formatCode>
                <c:ptCount val="7"/>
                <c:pt idx="0">
                  <c:v>46143</c:v>
                </c:pt>
                <c:pt idx="1">
                  <c:v>46023</c:v>
                </c:pt>
                <c:pt idx="2">
                  <c:v>45901</c:v>
                </c:pt>
                <c:pt idx="3">
                  <c:v>45778</c:v>
                </c:pt>
                <c:pt idx="4">
                  <c:v>45597</c:v>
                </c:pt>
                <c:pt idx="5">
                  <c:v>45413</c:v>
                </c:pt>
                <c:pt idx="6">
                  <c:v>45231</c:v>
                </c:pt>
              </c:numCache>
              <c:extLst/>
            </c:numRef>
          </c:cat>
          <c:val>
            <c:numRef>
              <c:f>Sheet4!$C$2:$C$8</c:f>
              <c:numCache>
                <c:formatCode>0.00%</c:formatCode>
                <c:ptCount val="7"/>
                <c:pt idx="0">
                  <c:v>0.14069999999999999</c:v>
                </c:pt>
                <c:pt idx="1">
                  <c:v>0.10970000000000001</c:v>
                </c:pt>
                <c:pt idx="2">
                  <c:v>0.1623</c:v>
                </c:pt>
                <c:pt idx="3">
                  <c:v>0.1875</c:v>
                </c:pt>
                <c:pt idx="4">
                  <c:v>0.13439999999999999</c:v>
                </c:pt>
                <c:pt idx="5">
                  <c:v>0.1988</c:v>
                </c:pt>
                <c:pt idx="6">
                  <c:v>9.4200000000000006E-2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7-C5E1-4077-86D8-D23CDFD0F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31255759"/>
        <c:axId val="931253839"/>
      </c:barChart>
      <c:lineChart>
        <c:grouping val="stacked"/>
        <c:varyColors val="0"/>
        <c:ser>
          <c:idx val="0"/>
          <c:order val="0"/>
          <c:tx>
            <c:strRef>
              <c:f>Sheet4!$B$1</c:f>
              <c:strCache>
                <c:ptCount val="1"/>
                <c:pt idx="0">
                  <c:v>Both Group CA</c:v>
                </c:pt>
              </c:strCache>
            </c:strRef>
          </c:tx>
          <c:spPr>
            <a:prstGeom prst="rect">
              <a:avLst/>
            </a:prstGeom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3.28E-4"/>
                  <c:y val="-7.03389999999999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5E1-4077-86D8-D23CDFD0F3C1}"/>
                </c:ext>
              </c:extLst>
            </c:dLbl>
            <c:dLbl>
              <c:idx val="1"/>
              <c:layout>
                <c:manualLayout>
                  <c:x val="-1.6719000000000001E-2"/>
                  <c:y val="-7.03389999999999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5E1-4077-86D8-D23CDFD0F3C1}"/>
                </c:ext>
              </c:extLst>
            </c:dLbl>
            <c:dLbl>
              <c:idx val="2"/>
              <c:layout>
                <c:manualLayout>
                  <c:x val="-2.8390154294109737E-2"/>
                  <c:y val="-3.111077725286853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5E1-4077-86D8-D23CDFD0F3C1}"/>
                </c:ext>
              </c:extLst>
            </c:dLbl>
            <c:dLbl>
              <c:idx val="3"/>
              <c:layout>
                <c:manualLayout>
                  <c:x val="5.1359999999999999E-3"/>
                  <c:y val="9.417999999999999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5E1-4077-86D8-D23CDFD0F3C1}"/>
                </c:ext>
              </c:extLst>
            </c:dLbl>
            <c:dLbl>
              <c:idx val="4"/>
              <c:layout>
                <c:manualLayout>
                  <c:x val="-4.8962067062136232E-2"/>
                  <c:y val="-2.415318937777644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5E1-4077-86D8-D23CDFD0F3C1}"/>
                </c:ext>
              </c:extLst>
            </c:dLbl>
            <c:dLbl>
              <c:idx val="5"/>
              <c:layout>
                <c:manualLayout>
                  <c:x val="-5.5081809352671172E-2"/>
                  <c:y val="8.07650527216316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5E1-4077-86D8-D23CDFD0F3C1}"/>
                </c:ext>
              </c:extLst>
            </c:dLbl>
            <c:dLbl>
              <c:idx val="6"/>
              <c:layout>
                <c:manualLayout>
                  <c:x val="-5.056539359681466E-2"/>
                  <c:y val="-5.33799723452597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5E1-4077-86D8-D23CDFD0F3C1}"/>
                </c:ext>
              </c:extLst>
            </c:dLbl>
            <c:spPr>
              <a:solidFill>
                <a:schemeClr val="lt1"/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Sheet4!$A$2:$A$8</c:f>
              <c:numCache>
                <c:formatCode>mmm\-yy</c:formatCode>
                <c:ptCount val="7"/>
                <c:pt idx="0">
                  <c:v>46143</c:v>
                </c:pt>
                <c:pt idx="1">
                  <c:v>46023</c:v>
                </c:pt>
                <c:pt idx="2">
                  <c:v>45901</c:v>
                </c:pt>
                <c:pt idx="3">
                  <c:v>45778</c:v>
                </c:pt>
                <c:pt idx="4">
                  <c:v>45597</c:v>
                </c:pt>
                <c:pt idx="5">
                  <c:v>45413</c:v>
                </c:pt>
                <c:pt idx="6">
                  <c:v>45231</c:v>
                </c:pt>
              </c:numCache>
              <c:extLst/>
            </c:numRef>
          </c:cat>
          <c:val>
            <c:numRef>
              <c:f>Sheet4!$B$2:$B$8</c:f>
              <c:numCache>
                <c:formatCode>General</c:formatCode>
                <c:ptCount val="7"/>
                <c:pt idx="0">
                  <c:v>3345</c:v>
                </c:pt>
                <c:pt idx="1">
                  <c:v>2446</c:v>
                </c:pt>
                <c:pt idx="2">
                  <c:v>2727</c:v>
                </c:pt>
                <c:pt idx="3">
                  <c:v>5490</c:v>
                </c:pt>
                <c:pt idx="4">
                  <c:v>4134</c:v>
                </c:pt>
                <c:pt idx="5">
                  <c:v>7122</c:v>
                </c:pt>
                <c:pt idx="6">
                  <c:v>3099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F-C5E1-4077-86D8-D23CDFD0F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5038272"/>
        <c:axId val="1595039920"/>
      </c:lineChart>
      <c:dateAx>
        <c:axId val="1595038272"/>
        <c:scaling>
          <c:orientation val="minMax"/>
          <c:max val="46143"/>
        </c:scaling>
        <c:delete val="0"/>
        <c:axPos val="b"/>
        <c:majorGridlines>
          <c:spPr>
            <a:prstGeom prst="rect">
              <a:avLst/>
            </a:prstGeom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prstGeom prst="rect">
            <a:avLst/>
          </a:prstGeom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5039920"/>
        <c:crosses val="autoZero"/>
        <c:auto val="1"/>
        <c:lblOffset val="100"/>
        <c:baseTimeUnit val="months"/>
      </c:dateAx>
      <c:valAx>
        <c:axId val="1595039920"/>
        <c:scaling>
          <c:orientation val="minMax"/>
          <c:min val="2000"/>
        </c:scaling>
        <c:delete val="0"/>
        <c:axPos val="l"/>
        <c:majorGridlines>
          <c:spPr>
            <a:prstGeom prst="rect">
              <a:avLst/>
            </a:prstGeom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5038272"/>
        <c:crosses val="autoZero"/>
        <c:crossBetween val="between"/>
      </c:valAx>
      <c:valAx>
        <c:axId val="931253839"/>
        <c:scaling>
          <c:orientation val="minMax"/>
        </c:scaling>
        <c:delete val="0"/>
        <c:axPos val="r"/>
        <c:numFmt formatCode="0.00%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1255759"/>
        <c:crosses val="max"/>
        <c:crossBetween val="between"/>
      </c:valAx>
      <c:dateAx>
        <c:axId val="931255759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931253839"/>
        <c:crosses val="autoZero"/>
        <c:auto val="1"/>
        <c:lblOffset val="100"/>
        <c:baseTimeUnit val="months"/>
      </c:date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xfrm>
      <a:off x="0" y="0"/>
      <a:ext cx="0" cy="0"/>
    </a:xfrm>
    <a:prstGeom prst="rect">
      <a:avLst/>
    </a:prstGeom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cap="none" spc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Sheet4!$E$1</c:f>
              <c:strCache>
                <c:ptCount val="1"/>
                <c:pt idx="0">
                  <c:v>Total CA Pass-out</c:v>
                </c:pt>
              </c:strCache>
            </c:strRef>
          </c:tx>
          <c:spPr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c:spPr>
          <c:dLbls>
            <c:dLbl>
              <c:idx val="0"/>
              <c:layout>
                <c:manualLayout>
                  <c:x val="2.5987E-2"/>
                  <c:y val="-0.188599999999999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411-49B3-972C-898BA9FE6E8E}"/>
                </c:ext>
              </c:extLst>
            </c:dLbl>
            <c:dLbl>
              <c:idx val="1"/>
              <c:layout>
                <c:manualLayout>
                  <c:x val="-5.688486791919029E-3"/>
                  <c:y val="-0.1500535515720967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411-49B3-972C-898BA9FE6E8E}"/>
                </c:ext>
              </c:extLst>
            </c:dLbl>
            <c:dLbl>
              <c:idx val="2"/>
              <c:layout>
                <c:manualLayout>
                  <c:x val="-3.6274551347558687E-3"/>
                  <c:y val="-0.3018525887807750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411-49B3-972C-898BA9FE6E8E}"/>
                </c:ext>
              </c:extLst>
            </c:dLbl>
            <c:dLbl>
              <c:idx val="3"/>
              <c:layout>
                <c:manualLayout>
                  <c:x val="2.1473932375119947E-4"/>
                  <c:y val="-0.201917169020586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411-49B3-972C-898BA9FE6E8E}"/>
                </c:ext>
              </c:extLst>
            </c:dLbl>
            <c:dLbl>
              <c:idx val="4"/>
              <c:layout>
                <c:manualLayout>
                  <c:x val="4.0890058214334574E-3"/>
                  <c:y val="-0.2139613837453355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411-49B3-972C-898BA9FE6E8E}"/>
                </c:ext>
              </c:extLst>
            </c:dLbl>
            <c:dLbl>
              <c:idx val="5"/>
              <c:layout>
                <c:manualLayout>
                  <c:x val="2.9517922312383275E-3"/>
                  <c:y val="-0.1594711242191817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411-49B3-972C-898BA9FE6E8E}"/>
                </c:ext>
              </c:extLst>
            </c:dLbl>
            <c:dLbl>
              <c:idx val="6"/>
              <c:layout>
                <c:manualLayout>
                  <c:x val="7.0410000000000004E-3"/>
                  <c:y val="-0.1263199999999999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411-49B3-972C-898BA9FE6E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numRef>
              <c:f>Sheet4!$D$2:$D$8</c:f>
              <c:numCache>
                <c:formatCode>mmm\-yy</c:formatCode>
                <c:ptCount val="7"/>
                <c:pt idx="0">
                  <c:v>46143</c:v>
                </c:pt>
                <c:pt idx="1">
                  <c:v>46023</c:v>
                </c:pt>
                <c:pt idx="2">
                  <c:v>45901</c:v>
                </c:pt>
                <c:pt idx="3">
                  <c:v>45778</c:v>
                </c:pt>
                <c:pt idx="4">
                  <c:v>45597</c:v>
                </c:pt>
                <c:pt idx="5">
                  <c:v>45413</c:v>
                </c:pt>
                <c:pt idx="6">
                  <c:v>45231</c:v>
                </c:pt>
              </c:numCache>
            </c:numRef>
          </c:cat>
          <c:val>
            <c:numRef>
              <c:f>Sheet4!$E$2:$E$8</c:f>
              <c:numCache>
                <c:formatCode>General</c:formatCode>
                <c:ptCount val="7"/>
                <c:pt idx="0">
                  <c:v>7931</c:v>
                </c:pt>
                <c:pt idx="1">
                  <c:v>7590</c:v>
                </c:pt>
                <c:pt idx="2">
                  <c:v>11466</c:v>
                </c:pt>
                <c:pt idx="3">
                  <c:v>14247</c:v>
                </c:pt>
                <c:pt idx="4">
                  <c:v>11500</c:v>
                </c:pt>
                <c:pt idx="5">
                  <c:v>20446</c:v>
                </c:pt>
                <c:pt idx="6">
                  <c:v>8650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411-49B3-972C-898BA9FE6E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688234096"/>
        <c:axId val="1688235744"/>
      </c:areaChart>
      <c:dateAx>
        <c:axId val="1688234096"/>
        <c:scaling>
          <c:orientation val="minMax"/>
          <c:max val="46173"/>
        </c:scaling>
        <c:delete val="0"/>
        <c:axPos val="b"/>
        <c:majorGridlines>
          <c:spPr>
            <a:prstGeom prst="rect">
              <a:avLst/>
            </a:prstGeom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1"/>
        <c:majorTickMark val="out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cap="none" spc="0" baseline="0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  <a:ea typeface="Arial"/>
                <a:cs typeface="Arial"/>
              </a:defRPr>
            </a:pPr>
            <a:endParaRPr lang="en-US"/>
          </a:p>
        </c:txPr>
        <c:crossAx val="1688235744"/>
        <c:crosses val="autoZero"/>
        <c:auto val="1"/>
        <c:lblOffset val="100"/>
        <c:baseTimeUnit val="months"/>
        <c:majorUnit val="1"/>
        <c:majorTimeUnit val="months"/>
      </c:dateAx>
      <c:valAx>
        <c:axId val="1688235744"/>
        <c:scaling>
          <c:orientation val="minMax"/>
          <c:min val="5000"/>
        </c:scaling>
        <c:delete val="0"/>
        <c:axPos val="l"/>
        <c:majorGridlines>
          <c:spPr>
            <a:prstGeom prst="rect">
              <a:avLst/>
            </a:prstGeom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baseline="0">
                <a:solidFill>
                  <a:schemeClr val="dk1">
                    <a:lumMod val="65000"/>
                    <a:lumOff val="35000"/>
                  </a:schemeClr>
                </a:solidFill>
                <a:latin typeface="Calibri"/>
                <a:ea typeface="Arial"/>
                <a:cs typeface="Arial"/>
              </a:defRPr>
            </a:pPr>
            <a:endParaRPr lang="en-US"/>
          </a:p>
        </c:txPr>
        <c:crossAx val="1688234096"/>
        <c:crosses val="autoZero"/>
        <c:crossBetween val="midCat"/>
      </c:valAx>
      <c:spPr>
        <a:prstGeom prst="rect">
          <a:avLst/>
        </a:prstGeom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baseline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xfrm>
      <a:off x="702527" y="2098211"/>
      <a:ext cx="11162371" cy="4397630"/>
    </a:xfrm>
    <a:prstGeom prst="rect">
      <a:avLst/>
    </a:prstGeom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Sheet1!$A$2:$A$8</cx:f>
        <cx:lvl ptCount="7">
          <cx:pt idx="0">26-May</cx:pt>
          <cx:pt idx="1">26-Jan</cx:pt>
          <cx:pt idx="2">25-Sep</cx:pt>
          <cx:pt idx="3">25-May</cx:pt>
          <cx:pt idx="4">24-Nov</cx:pt>
          <cx:pt idx="5">24-May</cx:pt>
          <cx:pt idx="6">23-Nov</cx:pt>
        </cx:lvl>
      </cx:strDim>
      <cx:numDim type="val">
        <cx:f>Sheet1!$B$2:$B$8</cx:f>
        <cx:lvl ptCount="7" formatCode="General">
          <cx:pt idx="0">120955</cx:pt>
          <cx:pt idx="1">114114</cx:pt>
          <cx:pt idx="2">101028</cx:pt>
          <cx:pt idx="3">142402</cx:pt>
          <cx:pt idx="4">147209</cx:pt>
          <cx:pt idx="5">169597</cx:pt>
          <cx:pt idx="6">160880</cx:pt>
        </cx:lvl>
      </cx:numDim>
    </cx:data>
  </cx:chartData>
  <cx:chart>
    <cx:title pos="t" align="ctr" overlay="0">
      <cx:tx>
        <cx:rich>
          <a:bodyPr rot="0" spcFirstLastPara="1" vertOverflow="ellipsis" vert="horz" wrap="square" lIns="38100" tIns="19050" rIns="38100" bIns="19050" anchor="ctr" anchorCtr="1" compatLnSpc="0"/>
          <a:lstStyle/>
          <a:p>
            <a:pPr algn="ctr" rtl="0">
              <a:defRPr sz="1500" b="1" i="0" u="none" strike="noStrike" cap="all" spc="1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i="0" u="none" strike="noStrike" cap="all" spc="10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Total Appeared</a:t>
            </a: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cx:rich>
      </cx:tx>
    </cx:title>
    <cx:plotArea>
      <cx:plotAreaRegion>
        <cx:series layoutId="funnel" uniqueId="{DA7CB1A2-83FC-4A48-A667-2EE6E3FA8D00}">
          <cx:tx>
            <cx:txData>
              <cx:f>Sheet1!$B$1</cx:f>
              <cx:v>Total Appeared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 b="0">
                    <a:solidFill>
                      <a:srgbClr val="0070C0"/>
                    </a:solidFill>
                  </a:defRPr>
                </a:pPr>
                <a:endParaRPr lang="en-US" sz="1400" b="0" i="0" u="none" strike="noStrike" baseline="0">
                  <a:solidFill>
                    <a:srgbClr val="0070C0"/>
                  </a:solidFill>
                  <a:latin typeface="Calibri"/>
                  <a:cs typeface="Arial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2000">
                <a:solidFill>
                  <a:schemeClr val="accent5">
                    <a:lumMod val="50000"/>
                  </a:schemeClr>
                </a:solidFill>
              </a:defRPr>
            </a:pPr>
            <a:endParaRPr lang="en-US" sz="2000" b="0" i="0" u="none" strike="noStrike">
              <a:solidFill>
                <a:schemeClr val="accent5">
                  <a:lumMod val="50000"/>
                </a:schemeClr>
              </a:solidFill>
              <a:latin typeface="Calibri"/>
            </a:endParaRPr>
          </a:p>
        </cx:txPr>
      </cx:axis>
    </cx:plotArea>
  </cx:chart>
  <cx:spPr>
    <a:xfrm>
      <a:off x="1053353" y="1900722"/>
      <a:ext cx="10085294" cy="4738065"/>
    </a:xfrm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25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/>
  </cs:dataLabel>
  <cs:dataLabelCallout>
    <cs:lnRef idx="0"/>
    <cs:fillRef idx="0"/>
    <cs:effectRef idx="0"/>
    <cs:fontRef idx="minor">
      <a:schemeClr val="dk1">
        <a:lumMod val="50000"/>
        <a:lumOff val="50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ln w="9525" cap="flat" cmpd="sng" algn="ctr">
        <a:solidFill>
          <a:schemeClr val="phClr">
            <a:alpha val="50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dk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cap="none" spc="2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1249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6588588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/>
              </a:defRPr>
            </a:lvl1pPr>
          </a:lstStyle>
          <a:p>
            <a:pPr>
              <a:defRPr/>
            </a:pPr>
            <a:fld id="{01262AF1-4F8F-1A45-848A-D9800F65FAE8}" type="datetimeFigureOut">
              <a:rPr lang="en-US"/>
              <a:t>9/23/2026</a:t>
            </a:fld>
            <a:endParaRPr lang="en-US"/>
          </a:p>
        </p:txBody>
      </p:sp>
      <p:sp>
        <p:nvSpPr>
          <p:cNvPr id="557367950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2547945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2466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24846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/>
              </a:defRPr>
            </a:lvl1pPr>
          </a:lstStyle>
          <a:p>
            <a:pPr>
              <a:defRPr/>
            </a:pPr>
            <a:fld id="{E74619E4-A165-DE4B-8729-E2EB0DB6C47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 b="0" i="0">
        <a:solidFill>
          <a:schemeClr val="tx1"/>
        </a:solidFill>
        <a:latin typeface="Poppins"/>
        <a:ea typeface="+mn-ea"/>
        <a:cs typeface="+mn-cs"/>
      </a:defRPr>
    </a:lvl1pPr>
    <a:lvl2pPr marL="457200" algn="l" defTabSz="914400" rtl="0">
      <a:defRPr sz="1200" b="0" i="0">
        <a:solidFill>
          <a:schemeClr val="tx1"/>
        </a:solidFill>
        <a:latin typeface="Poppins"/>
        <a:ea typeface="+mn-ea"/>
        <a:cs typeface="+mn-cs"/>
      </a:defRPr>
    </a:lvl2pPr>
    <a:lvl3pPr marL="914400" algn="l" defTabSz="914400" rtl="0">
      <a:defRPr sz="1200" b="0" i="0">
        <a:solidFill>
          <a:schemeClr val="tx1"/>
        </a:solidFill>
        <a:latin typeface="Poppins"/>
        <a:ea typeface="+mn-ea"/>
        <a:cs typeface="+mn-cs"/>
      </a:defRPr>
    </a:lvl3pPr>
    <a:lvl4pPr marL="1371600" algn="l" defTabSz="914400" rtl="0">
      <a:defRPr sz="1200" b="0" i="0">
        <a:solidFill>
          <a:schemeClr val="tx1"/>
        </a:solidFill>
        <a:latin typeface="Poppins"/>
        <a:ea typeface="+mn-ea"/>
        <a:cs typeface="+mn-cs"/>
      </a:defRPr>
    </a:lvl4pPr>
    <a:lvl5pPr marL="1828800" algn="l" defTabSz="914400" rtl="0">
      <a:defRPr sz="1200" b="0" i="0">
        <a:solidFill>
          <a:schemeClr val="tx1"/>
        </a:solidFill>
        <a:latin typeface="Poppins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3C27EA-721C-032E-B793-9738C4332CC6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2ECA6D-675A-49DC-000A-57F1471D9EA7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429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B000F2-1355-BD10-12A9-948DAB8F502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E87314-F56A-8585-8A04-7789CBC5306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43B7AB-860F-690E-1C2B-3408E47C820F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58C1D6-4B38-39EE-36A6-C07E7C02885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502666-0D6D-CDBA-16CD-B990DD862B31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273AE-4F3A-7854-210E-AABEBBAC172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D4479C-535E-15A4-6B92-4DD60954A2F3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8156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431DC-C9C8-D64D-BFBB-7B82C131F59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6519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3517-AB75-5979-4FDE-312EAFCE297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35B8B-2D18-B985-DB77-8F9D1C7A0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E823E-37D0-073F-B0BE-D0266097DD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17839-E6F8-31F6-997C-468A2474F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431DC-C9C8-D64D-BFBB-7B82C131F59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937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782028" name="Shape 317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047914" name="Shape 318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41020-5037-116C-69B9-AF6CC8678B37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33AD63-7F08-F20F-5FD9-3C7836EDF78C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AF2052-E784-E6C8-40B8-3959A8105E2D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287510-54B4-35CA-88CD-0CC989BDE999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3732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EE4A6D-4F16-5AD2-3FF9-F5F31B6A5D2F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6250739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891217" name="Freeform 17"/>
          <p:cNvSpPr>
            <a:spLocks noGrp="1"/>
          </p:cNvSpPr>
          <p:nvPr>
            <p:ph type="pic" sz="quarter" idx="10"/>
          </p:nvPr>
        </p:nvSpPr>
        <p:spPr bwMode="auto">
          <a:xfrm>
            <a:off x="766796" y="2524759"/>
            <a:ext cx="2432755" cy="1703482"/>
          </a:xfrm>
          <a:custGeom>
            <a:avLst/>
            <a:gdLst>
              <a:gd name="connsiteX0" fmla="*/ 226154 w 2432755"/>
              <a:gd name="connsiteY0" fmla="*/ 0 h 1703482"/>
              <a:gd name="connsiteX1" fmla="*/ 2206601 w 2432755"/>
              <a:gd name="connsiteY1" fmla="*/ 0 h 1703482"/>
              <a:gd name="connsiteX2" fmla="*/ 2432755 w 2432755"/>
              <a:gd name="connsiteY2" fmla="*/ 226154 h 1703482"/>
              <a:gd name="connsiteX3" fmla="*/ 2432755 w 2432755"/>
              <a:gd name="connsiteY3" fmla="*/ 1703482 h 1703482"/>
              <a:gd name="connsiteX4" fmla="*/ 0 w 2432755"/>
              <a:gd name="connsiteY4" fmla="*/ 1703482 h 1703482"/>
              <a:gd name="connsiteX5" fmla="*/ 0 w 2432755"/>
              <a:gd name="connsiteY5" fmla="*/ 226154 h 1703482"/>
              <a:gd name="connsiteX6" fmla="*/ 226154 w 2432755"/>
              <a:gd name="connsiteY6" fmla="*/ 0 h 170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2755" h="1703482" extrusionOk="0">
                <a:moveTo>
                  <a:pt x="226154" y="0"/>
                </a:moveTo>
                <a:lnTo>
                  <a:pt x="2206601" y="0"/>
                </a:lnTo>
                <a:cubicBezTo>
                  <a:pt x="2331502" y="0"/>
                  <a:pt x="2432755" y="101253"/>
                  <a:pt x="2432755" y="226154"/>
                </a:cubicBezTo>
                <a:lnTo>
                  <a:pt x="2432755" y="1703482"/>
                </a:lnTo>
                <a:lnTo>
                  <a:pt x="0" y="1703482"/>
                </a:lnTo>
                <a:lnTo>
                  <a:pt x="0" y="226154"/>
                </a:lnTo>
                <a:cubicBezTo>
                  <a:pt x="0" y="101253"/>
                  <a:pt x="101253" y="0"/>
                  <a:pt x="22615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33846608" name="Freeform 16"/>
          <p:cNvSpPr>
            <a:spLocks noGrp="1"/>
          </p:cNvSpPr>
          <p:nvPr>
            <p:ph type="pic" sz="quarter" idx="11"/>
          </p:nvPr>
        </p:nvSpPr>
        <p:spPr bwMode="auto">
          <a:xfrm>
            <a:off x="3484515" y="2524759"/>
            <a:ext cx="2432755" cy="1703482"/>
          </a:xfrm>
          <a:custGeom>
            <a:avLst/>
            <a:gdLst>
              <a:gd name="connsiteX0" fmla="*/ 226154 w 2432755"/>
              <a:gd name="connsiteY0" fmla="*/ 0 h 1703482"/>
              <a:gd name="connsiteX1" fmla="*/ 2206601 w 2432755"/>
              <a:gd name="connsiteY1" fmla="*/ 0 h 1703482"/>
              <a:gd name="connsiteX2" fmla="*/ 2432755 w 2432755"/>
              <a:gd name="connsiteY2" fmla="*/ 226154 h 1703482"/>
              <a:gd name="connsiteX3" fmla="*/ 2432755 w 2432755"/>
              <a:gd name="connsiteY3" fmla="*/ 1703482 h 1703482"/>
              <a:gd name="connsiteX4" fmla="*/ 0 w 2432755"/>
              <a:gd name="connsiteY4" fmla="*/ 1703482 h 1703482"/>
              <a:gd name="connsiteX5" fmla="*/ 0 w 2432755"/>
              <a:gd name="connsiteY5" fmla="*/ 226154 h 1703482"/>
              <a:gd name="connsiteX6" fmla="*/ 226154 w 2432755"/>
              <a:gd name="connsiteY6" fmla="*/ 0 h 170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2755" h="1703482" extrusionOk="0">
                <a:moveTo>
                  <a:pt x="226154" y="0"/>
                </a:moveTo>
                <a:lnTo>
                  <a:pt x="2206601" y="0"/>
                </a:lnTo>
                <a:cubicBezTo>
                  <a:pt x="2331502" y="0"/>
                  <a:pt x="2432755" y="101253"/>
                  <a:pt x="2432755" y="226154"/>
                </a:cubicBezTo>
                <a:lnTo>
                  <a:pt x="2432755" y="1703482"/>
                </a:lnTo>
                <a:lnTo>
                  <a:pt x="0" y="1703482"/>
                </a:lnTo>
                <a:lnTo>
                  <a:pt x="0" y="226154"/>
                </a:lnTo>
                <a:cubicBezTo>
                  <a:pt x="0" y="101253"/>
                  <a:pt x="101253" y="0"/>
                  <a:pt x="22615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6624734" name="Freeform 15"/>
          <p:cNvSpPr>
            <a:spLocks noGrp="1"/>
          </p:cNvSpPr>
          <p:nvPr>
            <p:ph type="pic" sz="quarter" idx="12"/>
          </p:nvPr>
        </p:nvSpPr>
        <p:spPr bwMode="auto">
          <a:xfrm>
            <a:off x="6238483" y="2524759"/>
            <a:ext cx="2432755" cy="1703482"/>
          </a:xfrm>
          <a:custGeom>
            <a:avLst/>
            <a:gdLst>
              <a:gd name="connsiteX0" fmla="*/ 226154 w 2432755"/>
              <a:gd name="connsiteY0" fmla="*/ 0 h 1703482"/>
              <a:gd name="connsiteX1" fmla="*/ 2206601 w 2432755"/>
              <a:gd name="connsiteY1" fmla="*/ 0 h 1703482"/>
              <a:gd name="connsiteX2" fmla="*/ 2432755 w 2432755"/>
              <a:gd name="connsiteY2" fmla="*/ 226154 h 1703482"/>
              <a:gd name="connsiteX3" fmla="*/ 2432755 w 2432755"/>
              <a:gd name="connsiteY3" fmla="*/ 1703482 h 1703482"/>
              <a:gd name="connsiteX4" fmla="*/ 0 w 2432755"/>
              <a:gd name="connsiteY4" fmla="*/ 1703482 h 1703482"/>
              <a:gd name="connsiteX5" fmla="*/ 0 w 2432755"/>
              <a:gd name="connsiteY5" fmla="*/ 226154 h 1703482"/>
              <a:gd name="connsiteX6" fmla="*/ 226154 w 2432755"/>
              <a:gd name="connsiteY6" fmla="*/ 0 h 170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2755" h="1703482" extrusionOk="0">
                <a:moveTo>
                  <a:pt x="226154" y="0"/>
                </a:moveTo>
                <a:lnTo>
                  <a:pt x="2206601" y="0"/>
                </a:lnTo>
                <a:cubicBezTo>
                  <a:pt x="2331502" y="0"/>
                  <a:pt x="2432755" y="101253"/>
                  <a:pt x="2432755" y="226154"/>
                </a:cubicBezTo>
                <a:lnTo>
                  <a:pt x="2432755" y="1703482"/>
                </a:lnTo>
                <a:lnTo>
                  <a:pt x="0" y="1703482"/>
                </a:lnTo>
                <a:lnTo>
                  <a:pt x="0" y="226154"/>
                </a:lnTo>
                <a:cubicBezTo>
                  <a:pt x="0" y="101253"/>
                  <a:pt x="101253" y="0"/>
                  <a:pt x="22615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27690483" name="Freeform 14"/>
          <p:cNvSpPr>
            <a:spLocks noGrp="1"/>
          </p:cNvSpPr>
          <p:nvPr>
            <p:ph type="pic" sz="quarter" idx="13"/>
          </p:nvPr>
        </p:nvSpPr>
        <p:spPr bwMode="auto">
          <a:xfrm>
            <a:off x="8992450" y="2524759"/>
            <a:ext cx="2432755" cy="1703482"/>
          </a:xfrm>
          <a:custGeom>
            <a:avLst/>
            <a:gdLst>
              <a:gd name="connsiteX0" fmla="*/ 226154 w 2432755"/>
              <a:gd name="connsiteY0" fmla="*/ 0 h 1703482"/>
              <a:gd name="connsiteX1" fmla="*/ 2206601 w 2432755"/>
              <a:gd name="connsiteY1" fmla="*/ 0 h 1703482"/>
              <a:gd name="connsiteX2" fmla="*/ 2432755 w 2432755"/>
              <a:gd name="connsiteY2" fmla="*/ 226154 h 1703482"/>
              <a:gd name="connsiteX3" fmla="*/ 2432755 w 2432755"/>
              <a:gd name="connsiteY3" fmla="*/ 1703482 h 1703482"/>
              <a:gd name="connsiteX4" fmla="*/ 0 w 2432755"/>
              <a:gd name="connsiteY4" fmla="*/ 1703482 h 1703482"/>
              <a:gd name="connsiteX5" fmla="*/ 0 w 2432755"/>
              <a:gd name="connsiteY5" fmla="*/ 226154 h 1703482"/>
              <a:gd name="connsiteX6" fmla="*/ 226154 w 2432755"/>
              <a:gd name="connsiteY6" fmla="*/ 0 h 170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2755" h="1703482" extrusionOk="0">
                <a:moveTo>
                  <a:pt x="226154" y="0"/>
                </a:moveTo>
                <a:lnTo>
                  <a:pt x="2206601" y="0"/>
                </a:lnTo>
                <a:cubicBezTo>
                  <a:pt x="2331502" y="0"/>
                  <a:pt x="2432755" y="101253"/>
                  <a:pt x="2432755" y="226154"/>
                </a:cubicBezTo>
                <a:lnTo>
                  <a:pt x="2432755" y="1703482"/>
                </a:lnTo>
                <a:lnTo>
                  <a:pt x="0" y="1703482"/>
                </a:lnTo>
                <a:lnTo>
                  <a:pt x="0" y="226154"/>
                </a:lnTo>
                <a:cubicBezTo>
                  <a:pt x="0" y="101253"/>
                  <a:pt x="101253" y="0"/>
                  <a:pt x="22615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587154349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72319358" name="Group 5"/>
          <p:cNvGrpSpPr/>
          <p:nvPr userDrawn="1"/>
        </p:nvGrpSpPr>
        <p:grpSpPr bwMode="auto">
          <a:xfrm>
            <a:off x="5762992" y="1949596"/>
            <a:ext cx="5253924" cy="3044050"/>
            <a:chOff x="2944860" y="51421"/>
            <a:chExt cx="5253924" cy="3044050"/>
          </a:xfrm>
        </p:grpSpPr>
        <p:sp>
          <p:nvSpPr>
            <p:cNvPr id="7" name="Rounded Rectangle 6"/>
            <p:cNvSpPr/>
            <p:nvPr/>
          </p:nvSpPr>
          <p:spPr bwMode="auto">
            <a:xfrm rot="2700000">
              <a:off x="4049798" y="-1053517"/>
              <a:ext cx="3044050" cy="525392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  <p:sp>
          <p:nvSpPr>
            <p:cNvPr id="8" name="Rounded Rectangle 7"/>
            <p:cNvSpPr/>
            <p:nvPr/>
          </p:nvSpPr>
          <p:spPr bwMode="auto">
            <a:xfrm rot="2700000">
              <a:off x="4049798" y="-1053517"/>
              <a:ext cx="3044050" cy="525392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  <p:sp>
          <p:nvSpPr>
            <p:cNvPr id="9" name="Rounded Rectangle 8"/>
            <p:cNvSpPr/>
            <p:nvPr/>
          </p:nvSpPr>
          <p:spPr bwMode="auto">
            <a:xfrm rot="2700000">
              <a:off x="4215626" y="-852417"/>
              <a:ext cx="2712395" cy="485172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900000" scaled="1"/>
            </a:gradFill>
            <a:ln w="6350">
              <a:noFill/>
            </a:ln>
            <a:effectLst>
              <a:innerShdw blurRad="254000" dist="63500" dir="18900000">
                <a:srgbClr val="FFFFFF">
                  <a:alpha val="3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1200"/>
                </a:spcBef>
                <a:defRPr/>
              </a:pPr>
              <a:endParaRPr lang="en-US" sz="1200">
                <a:solidFill>
                  <a:srgbClr val="FFFFFF"/>
                </a:solidFill>
                <a:latin typeface="Poppins"/>
                <a:cs typeface="Poppins"/>
              </a:endParaRPr>
            </a:p>
          </p:txBody>
        </p:sp>
      </p:grpSp>
      <p:grpSp>
        <p:nvGrpSpPr>
          <p:cNvPr id="1507950365" name="Group 9"/>
          <p:cNvGrpSpPr/>
          <p:nvPr userDrawn="1"/>
        </p:nvGrpSpPr>
        <p:grpSpPr bwMode="auto">
          <a:xfrm>
            <a:off x="8122868" y="1858631"/>
            <a:ext cx="3151106" cy="3151106"/>
            <a:chOff x="5065882" y="215651"/>
            <a:chExt cx="1847512" cy="1847512"/>
          </a:xfrm>
        </p:grpSpPr>
        <p:sp>
          <p:nvSpPr>
            <p:cNvPr id="11" name="Oval 10"/>
            <p:cNvSpPr/>
            <p:nvPr/>
          </p:nvSpPr>
          <p:spPr bwMode="auto">
            <a:xfrm>
              <a:off x="5065882" y="215651"/>
              <a:ext cx="1847512" cy="18475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5065882" y="215651"/>
              <a:ext cx="1847512" cy="18475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</p:grpSp>
      <p:sp>
        <p:nvSpPr>
          <p:cNvPr id="134780400" name="Freeform 15"/>
          <p:cNvSpPr>
            <a:spLocks noGrp="1"/>
          </p:cNvSpPr>
          <p:nvPr>
            <p:ph type="pic" sz="quarter" idx="10"/>
          </p:nvPr>
        </p:nvSpPr>
        <p:spPr bwMode="auto">
          <a:xfrm>
            <a:off x="8198785" y="1924179"/>
            <a:ext cx="3009640" cy="3009640"/>
          </a:xfrm>
          <a:custGeom>
            <a:avLst/>
            <a:gdLst>
              <a:gd name="connsiteX0" fmla="*/ 1504820 w 3009640"/>
              <a:gd name="connsiteY0" fmla="*/ 0 h 3009640"/>
              <a:gd name="connsiteX1" fmla="*/ 3009640 w 3009640"/>
              <a:gd name="connsiteY1" fmla="*/ 1504820 h 3009640"/>
              <a:gd name="connsiteX2" fmla="*/ 1504820 w 3009640"/>
              <a:gd name="connsiteY2" fmla="*/ 3009640 h 3009640"/>
              <a:gd name="connsiteX3" fmla="*/ 0 w 3009640"/>
              <a:gd name="connsiteY3" fmla="*/ 1504820 h 3009640"/>
              <a:gd name="connsiteX4" fmla="*/ 1504820 w 3009640"/>
              <a:gd name="connsiteY4" fmla="*/ 0 h 300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9640" h="3009640" extrusionOk="0">
                <a:moveTo>
                  <a:pt x="1504820" y="0"/>
                </a:moveTo>
                <a:cubicBezTo>
                  <a:pt x="2335909" y="0"/>
                  <a:pt x="3009640" y="673731"/>
                  <a:pt x="3009640" y="1504820"/>
                </a:cubicBezTo>
                <a:cubicBezTo>
                  <a:pt x="3009640" y="2335909"/>
                  <a:pt x="2335909" y="3009640"/>
                  <a:pt x="1504820" y="3009640"/>
                </a:cubicBezTo>
                <a:cubicBezTo>
                  <a:pt x="673731" y="3009640"/>
                  <a:pt x="0" y="2335909"/>
                  <a:pt x="0" y="1504820"/>
                </a:cubicBezTo>
                <a:cubicBezTo>
                  <a:pt x="0" y="673731"/>
                  <a:pt x="673731" y="0"/>
                  <a:pt x="150482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495430314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7679003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14813831" name="Group 9"/>
          <p:cNvGrpSpPr/>
          <p:nvPr userDrawn="1"/>
        </p:nvGrpSpPr>
        <p:grpSpPr bwMode="auto">
          <a:xfrm>
            <a:off x="1395549" y="1493132"/>
            <a:ext cx="3843869" cy="4186196"/>
            <a:chOff x="1395549" y="1493132"/>
            <a:chExt cx="3843869" cy="4186196"/>
          </a:xfrm>
        </p:grpSpPr>
        <p:sp>
          <p:nvSpPr>
            <p:cNvPr id="11" name="Graphic 18"/>
            <p:cNvSpPr/>
            <p:nvPr/>
          </p:nvSpPr>
          <p:spPr bwMode="auto">
            <a:xfrm>
              <a:off x="1395549" y="1493132"/>
              <a:ext cx="3843869" cy="4186196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 extrusionOk="0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2">
                  <a:alpha val="50000"/>
                </a:schemeClr>
              </a:solidFill>
            </a:ln>
            <a:effectLst>
              <a:outerShdw blurRad="348800" dist="38100" dir="4980000" sx="103000" sy="103000" algn="tr" rotWithShape="0">
                <a:schemeClr val="bg1">
                  <a:lumMod val="90000"/>
                  <a:alpha val="41774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Ins="91440" bIns="182880" rtlCol="0" anchor="b"/>
            <a:lstStyle/>
            <a:p>
              <a:pPr algn="ctr">
                <a:spcBef>
                  <a:spcPts val="1200"/>
                </a:spcBef>
                <a:defRPr/>
              </a:pPr>
              <a:endParaRPr lang="en-US" sz="1000">
                <a:solidFill>
                  <a:schemeClr val="tx1">
                    <a:alpha val="70000"/>
                  </a:schemeClr>
                </a:solidFill>
                <a:latin typeface="Poppins"/>
              </a:endParaRPr>
            </a:p>
          </p:txBody>
        </p:sp>
        <p:sp>
          <p:nvSpPr>
            <p:cNvPr id="12" name="Graphic 18"/>
            <p:cNvSpPr/>
            <p:nvPr/>
          </p:nvSpPr>
          <p:spPr bwMode="auto">
            <a:xfrm>
              <a:off x="1395549" y="1493132"/>
              <a:ext cx="3843869" cy="4186196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 extrusionOk="0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209841" dist="76200" dir="18900000" sx="101000" sy="101000" algn="bl" rotWithShape="0">
                <a:schemeClr val="bg2">
                  <a:alpha val="69667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91440"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</p:grpSp>
      <p:sp>
        <p:nvSpPr>
          <p:cNvPr id="1202459567" name="Freeform 8"/>
          <p:cNvSpPr>
            <a:spLocks noGrp="1"/>
          </p:cNvSpPr>
          <p:nvPr>
            <p:ph type="pic" sz="quarter" idx="10"/>
          </p:nvPr>
        </p:nvSpPr>
        <p:spPr bwMode="auto">
          <a:xfrm>
            <a:off x="1582645" y="1696891"/>
            <a:ext cx="3469678" cy="3778679"/>
          </a:xfrm>
          <a:custGeom>
            <a:avLst/>
            <a:gdLst>
              <a:gd name="connsiteX0" fmla="*/ 1734839 w 3469678"/>
              <a:gd name="connsiteY0" fmla="*/ 0 h 3778679"/>
              <a:gd name="connsiteX1" fmla="*/ 2102883 w 3469678"/>
              <a:gd name="connsiteY1" fmla="*/ 98618 h 3778679"/>
              <a:gd name="connsiteX2" fmla="*/ 3101633 w 3469678"/>
              <a:gd name="connsiteY2" fmla="*/ 675242 h 3778679"/>
              <a:gd name="connsiteX3" fmla="*/ 3469678 w 3469678"/>
              <a:gd name="connsiteY3" fmla="*/ 1312719 h 3778679"/>
              <a:gd name="connsiteX4" fmla="*/ 3469678 w 3469678"/>
              <a:gd name="connsiteY4" fmla="*/ 2465960 h 3778679"/>
              <a:gd name="connsiteX5" fmla="*/ 3101633 w 3469678"/>
              <a:gd name="connsiteY5" fmla="*/ 3103434 h 3778679"/>
              <a:gd name="connsiteX6" fmla="*/ 2102883 w 3469678"/>
              <a:gd name="connsiteY6" fmla="*/ 3680065 h 3778679"/>
              <a:gd name="connsiteX7" fmla="*/ 1366793 w 3469678"/>
              <a:gd name="connsiteY7" fmla="*/ 3680065 h 3778679"/>
              <a:gd name="connsiteX8" fmla="*/ 368045 w 3469678"/>
              <a:gd name="connsiteY8" fmla="*/ 3103434 h 3778679"/>
              <a:gd name="connsiteX9" fmla="*/ 0 w 3469678"/>
              <a:gd name="connsiteY9" fmla="*/ 2465960 h 3778679"/>
              <a:gd name="connsiteX10" fmla="*/ 0 w 3469678"/>
              <a:gd name="connsiteY10" fmla="*/ 1312719 h 3778679"/>
              <a:gd name="connsiteX11" fmla="*/ 368045 w 3469678"/>
              <a:gd name="connsiteY11" fmla="*/ 675242 h 3778679"/>
              <a:gd name="connsiteX12" fmla="*/ 1366793 w 3469678"/>
              <a:gd name="connsiteY12" fmla="*/ 98618 h 3778679"/>
              <a:gd name="connsiteX13" fmla="*/ 1734839 w 3469678"/>
              <a:gd name="connsiteY13" fmla="*/ 0 h 3778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69678" h="3778679" extrusionOk="0">
                <a:moveTo>
                  <a:pt x="1734839" y="0"/>
                </a:moveTo>
                <a:cubicBezTo>
                  <a:pt x="1861925" y="0"/>
                  <a:pt x="1989011" y="32873"/>
                  <a:pt x="2102883" y="98618"/>
                </a:cubicBezTo>
                <a:lnTo>
                  <a:pt x="3101633" y="675242"/>
                </a:lnTo>
                <a:cubicBezTo>
                  <a:pt x="3329379" y="806731"/>
                  <a:pt x="3469678" y="1049736"/>
                  <a:pt x="3469678" y="1312719"/>
                </a:cubicBezTo>
                <a:lnTo>
                  <a:pt x="3469678" y="2465960"/>
                </a:lnTo>
                <a:cubicBezTo>
                  <a:pt x="3469678" y="2728943"/>
                  <a:pt x="3329379" y="2971947"/>
                  <a:pt x="3101633" y="3103434"/>
                </a:cubicBezTo>
                <a:lnTo>
                  <a:pt x="2102883" y="3680065"/>
                </a:lnTo>
                <a:cubicBezTo>
                  <a:pt x="1875138" y="3811551"/>
                  <a:pt x="1594540" y="3811551"/>
                  <a:pt x="1366793" y="3680065"/>
                </a:cubicBezTo>
                <a:lnTo>
                  <a:pt x="368045" y="3103434"/>
                </a:lnTo>
                <a:cubicBezTo>
                  <a:pt x="140298" y="2971947"/>
                  <a:pt x="0" y="2728943"/>
                  <a:pt x="0" y="2465960"/>
                </a:cubicBezTo>
                <a:lnTo>
                  <a:pt x="0" y="1312719"/>
                </a:lnTo>
                <a:cubicBezTo>
                  <a:pt x="0" y="1049736"/>
                  <a:pt x="140298" y="806731"/>
                  <a:pt x="368045" y="675242"/>
                </a:cubicBezTo>
                <a:lnTo>
                  <a:pt x="1366793" y="98618"/>
                </a:lnTo>
                <a:cubicBezTo>
                  <a:pt x="1480666" y="32873"/>
                  <a:pt x="1607752" y="0"/>
                  <a:pt x="173483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542023091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818115" name="Freeform 8"/>
          <p:cNvSpPr>
            <a:spLocks noGrp="1"/>
          </p:cNvSpPr>
          <p:nvPr>
            <p:ph type="pic" sz="quarter" idx="10"/>
          </p:nvPr>
        </p:nvSpPr>
        <p:spPr bwMode="auto">
          <a:xfrm>
            <a:off x="5381578" y="1632805"/>
            <a:ext cx="1428845" cy="1556094"/>
          </a:xfrm>
          <a:custGeom>
            <a:avLst/>
            <a:gdLst>
              <a:gd name="connsiteX0" fmla="*/ 714422 w 1428845"/>
              <a:gd name="connsiteY0" fmla="*/ 0 h 1556094"/>
              <a:gd name="connsiteX1" fmla="*/ 865986 w 1428845"/>
              <a:gd name="connsiteY1" fmla="*/ 40612 h 1556094"/>
              <a:gd name="connsiteX2" fmla="*/ 1277280 w 1428845"/>
              <a:gd name="connsiteY2" fmla="*/ 278071 h 1556094"/>
              <a:gd name="connsiteX3" fmla="*/ 1428845 w 1428845"/>
              <a:gd name="connsiteY3" fmla="*/ 540590 h 1556094"/>
              <a:gd name="connsiteX4" fmla="*/ 1428845 w 1428845"/>
              <a:gd name="connsiteY4" fmla="*/ 1015504 h 1556094"/>
              <a:gd name="connsiteX5" fmla="*/ 1277280 w 1428845"/>
              <a:gd name="connsiteY5" fmla="*/ 1278022 h 1556094"/>
              <a:gd name="connsiteX6" fmla="*/ 865986 w 1428845"/>
              <a:gd name="connsiteY6" fmla="*/ 1515484 h 1556094"/>
              <a:gd name="connsiteX7" fmla="*/ 562857 w 1428845"/>
              <a:gd name="connsiteY7" fmla="*/ 1515484 h 1556094"/>
              <a:gd name="connsiteX8" fmla="*/ 151564 w 1428845"/>
              <a:gd name="connsiteY8" fmla="*/ 1278022 h 1556094"/>
              <a:gd name="connsiteX9" fmla="*/ 0 w 1428845"/>
              <a:gd name="connsiteY9" fmla="*/ 1015504 h 1556094"/>
              <a:gd name="connsiteX10" fmla="*/ 0 w 1428845"/>
              <a:gd name="connsiteY10" fmla="*/ 540590 h 1556094"/>
              <a:gd name="connsiteX11" fmla="*/ 151564 w 1428845"/>
              <a:gd name="connsiteY11" fmla="*/ 278071 h 1556094"/>
              <a:gd name="connsiteX12" fmla="*/ 562857 w 1428845"/>
              <a:gd name="connsiteY12" fmla="*/ 40612 h 1556094"/>
              <a:gd name="connsiteX13" fmla="*/ 714422 w 1428845"/>
              <a:gd name="connsiteY13" fmla="*/ 0 h 155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845" h="1556094" extrusionOk="0">
                <a:moveTo>
                  <a:pt x="714422" y="0"/>
                </a:moveTo>
                <a:cubicBezTo>
                  <a:pt x="766757" y="0"/>
                  <a:pt x="819093" y="13537"/>
                  <a:pt x="865986" y="40612"/>
                </a:cubicBezTo>
                <a:lnTo>
                  <a:pt x="1277280" y="278071"/>
                </a:lnTo>
                <a:cubicBezTo>
                  <a:pt x="1371068" y="332219"/>
                  <a:pt x="1428845" y="432291"/>
                  <a:pt x="1428845" y="540590"/>
                </a:cubicBezTo>
                <a:lnTo>
                  <a:pt x="1428845" y="1015504"/>
                </a:lnTo>
                <a:cubicBezTo>
                  <a:pt x="1428845" y="1123804"/>
                  <a:pt x="1371068" y="1223875"/>
                  <a:pt x="1277280" y="1278022"/>
                </a:cubicBezTo>
                <a:lnTo>
                  <a:pt x="865986" y="1515484"/>
                </a:lnTo>
                <a:cubicBezTo>
                  <a:pt x="772199" y="1569631"/>
                  <a:pt x="656645" y="1569631"/>
                  <a:pt x="562857" y="1515484"/>
                </a:cubicBezTo>
                <a:lnTo>
                  <a:pt x="151564" y="1278022"/>
                </a:lnTo>
                <a:cubicBezTo>
                  <a:pt x="57776" y="1223875"/>
                  <a:pt x="0" y="1123804"/>
                  <a:pt x="0" y="1015504"/>
                </a:cubicBezTo>
                <a:lnTo>
                  <a:pt x="0" y="540590"/>
                </a:lnTo>
                <a:cubicBezTo>
                  <a:pt x="0" y="432291"/>
                  <a:pt x="57776" y="332219"/>
                  <a:pt x="151564" y="278071"/>
                </a:cubicBezTo>
                <a:lnTo>
                  <a:pt x="562857" y="40612"/>
                </a:lnTo>
                <a:cubicBezTo>
                  <a:pt x="609751" y="13537"/>
                  <a:pt x="662087" y="0"/>
                  <a:pt x="714422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336771360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429880" name="Freeform 5"/>
          <p:cNvSpPr/>
          <p:nvPr userDrawn="1"/>
        </p:nvSpPr>
        <p:spPr bwMode="auto">
          <a:xfrm>
            <a:off x="6709296" y="1199813"/>
            <a:ext cx="4466283" cy="4864039"/>
          </a:xfrm>
          <a:custGeom>
            <a:avLst/>
            <a:gdLst>
              <a:gd name="connsiteX0" fmla="*/ 2454736 w 4909474"/>
              <a:gd name="connsiteY0" fmla="*/ 1390603 h 5346699"/>
              <a:gd name="connsiteX1" fmla="*/ 2204856 w 4909474"/>
              <a:gd name="connsiteY1" fmla="*/ 1457558 h 5346699"/>
              <a:gd name="connsiteX2" fmla="*/ 1526768 w 4909474"/>
              <a:gd name="connsiteY2" fmla="*/ 1849051 h 5346699"/>
              <a:gd name="connsiteX3" fmla="*/ 1276887 w 4909474"/>
              <a:gd name="connsiteY3" fmla="*/ 2281860 h 5346699"/>
              <a:gd name="connsiteX4" fmla="*/ 1276887 w 4909474"/>
              <a:gd name="connsiteY4" fmla="*/ 3064839 h 5346699"/>
              <a:gd name="connsiteX5" fmla="*/ 1526768 w 4909474"/>
              <a:gd name="connsiteY5" fmla="*/ 3497645 h 5346699"/>
              <a:gd name="connsiteX6" fmla="*/ 2204856 w 4909474"/>
              <a:gd name="connsiteY6" fmla="*/ 3889142 h 5346699"/>
              <a:gd name="connsiteX7" fmla="*/ 2704616 w 4909474"/>
              <a:gd name="connsiteY7" fmla="*/ 3889142 h 5346699"/>
              <a:gd name="connsiteX8" fmla="*/ 3382706 w 4909474"/>
              <a:gd name="connsiteY8" fmla="*/ 3497645 h 5346699"/>
              <a:gd name="connsiteX9" fmla="*/ 3632587 w 4909474"/>
              <a:gd name="connsiteY9" fmla="*/ 3064839 h 5346699"/>
              <a:gd name="connsiteX10" fmla="*/ 3632587 w 4909474"/>
              <a:gd name="connsiteY10" fmla="*/ 2281860 h 5346699"/>
              <a:gd name="connsiteX11" fmla="*/ 3382706 w 4909474"/>
              <a:gd name="connsiteY11" fmla="*/ 1849051 h 5346699"/>
              <a:gd name="connsiteX12" fmla="*/ 2704616 w 4909474"/>
              <a:gd name="connsiteY12" fmla="*/ 1457558 h 5346699"/>
              <a:gd name="connsiteX13" fmla="*/ 2454736 w 4909474"/>
              <a:gd name="connsiteY13" fmla="*/ 1390603 h 5346699"/>
              <a:gd name="connsiteX14" fmla="*/ 2454736 w 4909474"/>
              <a:gd name="connsiteY14" fmla="*/ 0 h 5346699"/>
              <a:gd name="connsiteX15" fmla="*/ 2975506 w 4909474"/>
              <a:gd name="connsiteY15" fmla="*/ 139541 h 5346699"/>
              <a:gd name="connsiteX16" fmla="*/ 4388702 w 4909474"/>
              <a:gd name="connsiteY16" fmla="*/ 955444 h 5346699"/>
              <a:gd name="connsiteX17" fmla="*/ 4909474 w 4909474"/>
              <a:gd name="connsiteY17" fmla="*/ 1857453 h 5346699"/>
              <a:gd name="connsiteX18" fmla="*/ 4909474 w 4909474"/>
              <a:gd name="connsiteY18" fmla="*/ 3489247 h 5346699"/>
              <a:gd name="connsiteX19" fmla="*/ 4388702 w 4909474"/>
              <a:gd name="connsiteY19" fmla="*/ 4391251 h 5346699"/>
              <a:gd name="connsiteX20" fmla="*/ 2975506 w 4909474"/>
              <a:gd name="connsiteY20" fmla="*/ 5207163 h 5346699"/>
              <a:gd name="connsiteX21" fmla="*/ 1933964 w 4909474"/>
              <a:gd name="connsiteY21" fmla="*/ 5207163 h 5346699"/>
              <a:gd name="connsiteX22" fmla="*/ 520771 w 4909474"/>
              <a:gd name="connsiteY22" fmla="*/ 4391251 h 5346699"/>
              <a:gd name="connsiteX23" fmla="*/ 0 w 4909474"/>
              <a:gd name="connsiteY23" fmla="*/ 3489247 h 5346699"/>
              <a:gd name="connsiteX24" fmla="*/ 0 w 4909474"/>
              <a:gd name="connsiteY24" fmla="*/ 1857453 h 5346699"/>
              <a:gd name="connsiteX25" fmla="*/ 520771 w 4909474"/>
              <a:gd name="connsiteY25" fmla="*/ 955444 h 5346699"/>
              <a:gd name="connsiteX26" fmla="*/ 1933964 w 4909474"/>
              <a:gd name="connsiteY26" fmla="*/ 139541 h 5346699"/>
              <a:gd name="connsiteX27" fmla="*/ 2454736 w 4909474"/>
              <a:gd name="connsiteY27" fmla="*/ 0 h 534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09474" h="5346699" extrusionOk="0">
                <a:moveTo>
                  <a:pt x="2454736" y="1390603"/>
                </a:moveTo>
                <a:cubicBezTo>
                  <a:pt x="2368453" y="1390603"/>
                  <a:pt x="2282169" y="1412922"/>
                  <a:pt x="2204856" y="1457558"/>
                </a:cubicBezTo>
                <a:lnTo>
                  <a:pt x="1526768" y="1849051"/>
                </a:lnTo>
                <a:cubicBezTo>
                  <a:pt x="1372141" y="1938324"/>
                  <a:pt x="1276887" y="2103310"/>
                  <a:pt x="1276887" y="2281860"/>
                </a:cubicBezTo>
                <a:lnTo>
                  <a:pt x="1276887" y="3064839"/>
                </a:lnTo>
                <a:cubicBezTo>
                  <a:pt x="1276887" y="3243389"/>
                  <a:pt x="1372141" y="3408373"/>
                  <a:pt x="1526768" y="3497645"/>
                </a:cubicBezTo>
                <a:lnTo>
                  <a:pt x="2204856" y="3889142"/>
                </a:lnTo>
                <a:cubicBezTo>
                  <a:pt x="2359482" y="3978413"/>
                  <a:pt x="2549991" y="3978413"/>
                  <a:pt x="2704616" y="3889142"/>
                </a:cubicBezTo>
                <a:lnTo>
                  <a:pt x="3382706" y="3497645"/>
                </a:lnTo>
                <a:cubicBezTo>
                  <a:pt x="3537332" y="3408373"/>
                  <a:pt x="3632587" y="3243389"/>
                  <a:pt x="3632587" y="3064839"/>
                </a:cubicBezTo>
                <a:lnTo>
                  <a:pt x="3632587" y="2281860"/>
                </a:lnTo>
                <a:cubicBezTo>
                  <a:pt x="3632587" y="2103310"/>
                  <a:pt x="3537332" y="1938324"/>
                  <a:pt x="3382706" y="1849051"/>
                </a:cubicBezTo>
                <a:lnTo>
                  <a:pt x="2704616" y="1457558"/>
                </a:lnTo>
                <a:cubicBezTo>
                  <a:pt x="2627304" y="1412922"/>
                  <a:pt x="2541020" y="1390603"/>
                  <a:pt x="2454736" y="1390603"/>
                </a:cubicBezTo>
                <a:close/>
                <a:moveTo>
                  <a:pt x="2454736" y="0"/>
                </a:moveTo>
                <a:cubicBezTo>
                  <a:pt x="2634558" y="0"/>
                  <a:pt x="2814380" y="46514"/>
                  <a:pt x="2975506" y="139541"/>
                </a:cubicBezTo>
                <a:lnTo>
                  <a:pt x="4388702" y="955444"/>
                </a:lnTo>
                <a:cubicBezTo>
                  <a:pt x="4710955" y="1141496"/>
                  <a:pt x="4909474" y="1485340"/>
                  <a:pt x="4909474" y="1857453"/>
                </a:cubicBezTo>
                <a:lnTo>
                  <a:pt x="4909474" y="3489247"/>
                </a:lnTo>
                <a:cubicBezTo>
                  <a:pt x="4909474" y="3861360"/>
                  <a:pt x="4710955" y="4205201"/>
                  <a:pt x="4388702" y="4391251"/>
                </a:cubicBezTo>
                <a:lnTo>
                  <a:pt x="2975506" y="5207163"/>
                </a:lnTo>
                <a:cubicBezTo>
                  <a:pt x="2653254" y="5393211"/>
                  <a:pt x="2256218" y="5393211"/>
                  <a:pt x="1933964" y="5207163"/>
                </a:cubicBezTo>
                <a:lnTo>
                  <a:pt x="520771" y="4391251"/>
                </a:lnTo>
                <a:cubicBezTo>
                  <a:pt x="198517" y="4205201"/>
                  <a:pt x="0" y="3861360"/>
                  <a:pt x="0" y="3489247"/>
                </a:cubicBezTo>
                <a:lnTo>
                  <a:pt x="0" y="1857453"/>
                </a:lnTo>
                <a:cubicBezTo>
                  <a:pt x="0" y="1485340"/>
                  <a:pt x="198517" y="1141496"/>
                  <a:pt x="520771" y="955444"/>
                </a:cubicBezTo>
                <a:lnTo>
                  <a:pt x="1933964" y="139541"/>
                </a:lnTo>
                <a:cubicBezTo>
                  <a:pt x="2095091" y="46514"/>
                  <a:pt x="2274914" y="0"/>
                  <a:pt x="2454736" y="0"/>
                </a:cubicBezTo>
                <a:close/>
              </a:path>
            </a:pathLst>
          </a:custGeom>
          <a:solidFill>
            <a:schemeClr val="bg1"/>
          </a:solidFill>
          <a:ln w="6350">
            <a:noFill/>
          </a:ln>
          <a:effectLst>
            <a:outerShdw blurRad="348800" dist="38100" dir="4980000" sx="103000" sy="103000" algn="tr" rotWithShape="0">
              <a:schemeClr val="bg1">
                <a:lumMod val="90000"/>
                <a:alpha val="41774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182880" rtlCol="0" anchor="b"/>
          <a:lstStyle/>
          <a:p>
            <a:pPr algn="ctr">
              <a:spcBef>
                <a:spcPts val="1200"/>
              </a:spcBef>
              <a:defRPr/>
            </a:pPr>
            <a:endParaRPr lang="en-US" sz="1000">
              <a:solidFill>
                <a:schemeClr val="tx1">
                  <a:alpha val="70000"/>
                </a:schemeClr>
              </a:solidFill>
              <a:latin typeface="Poppins"/>
            </a:endParaRPr>
          </a:p>
        </p:txBody>
      </p:sp>
      <p:sp>
        <p:nvSpPr>
          <p:cNvPr id="1093382907" name="Freeform 6"/>
          <p:cNvSpPr/>
          <p:nvPr userDrawn="1"/>
        </p:nvSpPr>
        <p:spPr bwMode="auto">
          <a:xfrm>
            <a:off x="6709296" y="1199813"/>
            <a:ext cx="4466283" cy="4864039"/>
          </a:xfrm>
          <a:custGeom>
            <a:avLst/>
            <a:gdLst>
              <a:gd name="connsiteX0" fmla="*/ 2454736 w 4909474"/>
              <a:gd name="connsiteY0" fmla="*/ 1390603 h 5346699"/>
              <a:gd name="connsiteX1" fmla="*/ 2204856 w 4909474"/>
              <a:gd name="connsiteY1" fmla="*/ 1457558 h 5346699"/>
              <a:gd name="connsiteX2" fmla="*/ 1526768 w 4909474"/>
              <a:gd name="connsiteY2" fmla="*/ 1849051 h 5346699"/>
              <a:gd name="connsiteX3" fmla="*/ 1276887 w 4909474"/>
              <a:gd name="connsiteY3" fmla="*/ 2281860 h 5346699"/>
              <a:gd name="connsiteX4" fmla="*/ 1276887 w 4909474"/>
              <a:gd name="connsiteY4" fmla="*/ 3064839 h 5346699"/>
              <a:gd name="connsiteX5" fmla="*/ 1526768 w 4909474"/>
              <a:gd name="connsiteY5" fmla="*/ 3497645 h 5346699"/>
              <a:gd name="connsiteX6" fmla="*/ 2204856 w 4909474"/>
              <a:gd name="connsiteY6" fmla="*/ 3889142 h 5346699"/>
              <a:gd name="connsiteX7" fmla="*/ 2704616 w 4909474"/>
              <a:gd name="connsiteY7" fmla="*/ 3889142 h 5346699"/>
              <a:gd name="connsiteX8" fmla="*/ 3382706 w 4909474"/>
              <a:gd name="connsiteY8" fmla="*/ 3497645 h 5346699"/>
              <a:gd name="connsiteX9" fmla="*/ 3632587 w 4909474"/>
              <a:gd name="connsiteY9" fmla="*/ 3064839 h 5346699"/>
              <a:gd name="connsiteX10" fmla="*/ 3632587 w 4909474"/>
              <a:gd name="connsiteY10" fmla="*/ 2281860 h 5346699"/>
              <a:gd name="connsiteX11" fmla="*/ 3382706 w 4909474"/>
              <a:gd name="connsiteY11" fmla="*/ 1849051 h 5346699"/>
              <a:gd name="connsiteX12" fmla="*/ 2704616 w 4909474"/>
              <a:gd name="connsiteY12" fmla="*/ 1457558 h 5346699"/>
              <a:gd name="connsiteX13" fmla="*/ 2454736 w 4909474"/>
              <a:gd name="connsiteY13" fmla="*/ 1390603 h 5346699"/>
              <a:gd name="connsiteX14" fmla="*/ 2454736 w 4909474"/>
              <a:gd name="connsiteY14" fmla="*/ 0 h 5346699"/>
              <a:gd name="connsiteX15" fmla="*/ 2975506 w 4909474"/>
              <a:gd name="connsiteY15" fmla="*/ 139541 h 5346699"/>
              <a:gd name="connsiteX16" fmla="*/ 4388702 w 4909474"/>
              <a:gd name="connsiteY16" fmla="*/ 955444 h 5346699"/>
              <a:gd name="connsiteX17" fmla="*/ 4909474 w 4909474"/>
              <a:gd name="connsiteY17" fmla="*/ 1857453 h 5346699"/>
              <a:gd name="connsiteX18" fmla="*/ 4909474 w 4909474"/>
              <a:gd name="connsiteY18" fmla="*/ 3489247 h 5346699"/>
              <a:gd name="connsiteX19" fmla="*/ 4388702 w 4909474"/>
              <a:gd name="connsiteY19" fmla="*/ 4391251 h 5346699"/>
              <a:gd name="connsiteX20" fmla="*/ 2975506 w 4909474"/>
              <a:gd name="connsiteY20" fmla="*/ 5207163 h 5346699"/>
              <a:gd name="connsiteX21" fmla="*/ 1933964 w 4909474"/>
              <a:gd name="connsiteY21" fmla="*/ 5207163 h 5346699"/>
              <a:gd name="connsiteX22" fmla="*/ 520771 w 4909474"/>
              <a:gd name="connsiteY22" fmla="*/ 4391251 h 5346699"/>
              <a:gd name="connsiteX23" fmla="*/ 0 w 4909474"/>
              <a:gd name="connsiteY23" fmla="*/ 3489247 h 5346699"/>
              <a:gd name="connsiteX24" fmla="*/ 0 w 4909474"/>
              <a:gd name="connsiteY24" fmla="*/ 1857453 h 5346699"/>
              <a:gd name="connsiteX25" fmla="*/ 520771 w 4909474"/>
              <a:gd name="connsiteY25" fmla="*/ 955444 h 5346699"/>
              <a:gd name="connsiteX26" fmla="*/ 1933964 w 4909474"/>
              <a:gd name="connsiteY26" fmla="*/ 139541 h 5346699"/>
              <a:gd name="connsiteX27" fmla="*/ 2454736 w 4909474"/>
              <a:gd name="connsiteY27" fmla="*/ 0 h 5346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909474" h="5346699" extrusionOk="0">
                <a:moveTo>
                  <a:pt x="2454736" y="1390603"/>
                </a:moveTo>
                <a:cubicBezTo>
                  <a:pt x="2368453" y="1390603"/>
                  <a:pt x="2282169" y="1412922"/>
                  <a:pt x="2204856" y="1457558"/>
                </a:cubicBezTo>
                <a:lnTo>
                  <a:pt x="1526768" y="1849051"/>
                </a:lnTo>
                <a:cubicBezTo>
                  <a:pt x="1372141" y="1938324"/>
                  <a:pt x="1276887" y="2103310"/>
                  <a:pt x="1276887" y="2281860"/>
                </a:cubicBezTo>
                <a:lnTo>
                  <a:pt x="1276887" y="3064839"/>
                </a:lnTo>
                <a:cubicBezTo>
                  <a:pt x="1276887" y="3243389"/>
                  <a:pt x="1372141" y="3408373"/>
                  <a:pt x="1526768" y="3497645"/>
                </a:cubicBezTo>
                <a:lnTo>
                  <a:pt x="2204856" y="3889142"/>
                </a:lnTo>
                <a:cubicBezTo>
                  <a:pt x="2359482" y="3978413"/>
                  <a:pt x="2549991" y="3978413"/>
                  <a:pt x="2704616" y="3889142"/>
                </a:cubicBezTo>
                <a:lnTo>
                  <a:pt x="3382706" y="3497645"/>
                </a:lnTo>
                <a:cubicBezTo>
                  <a:pt x="3537332" y="3408373"/>
                  <a:pt x="3632587" y="3243389"/>
                  <a:pt x="3632587" y="3064839"/>
                </a:cubicBezTo>
                <a:lnTo>
                  <a:pt x="3632587" y="2281860"/>
                </a:lnTo>
                <a:cubicBezTo>
                  <a:pt x="3632587" y="2103310"/>
                  <a:pt x="3537332" y="1938324"/>
                  <a:pt x="3382706" y="1849051"/>
                </a:cubicBezTo>
                <a:lnTo>
                  <a:pt x="2704616" y="1457558"/>
                </a:lnTo>
                <a:cubicBezTo>
                  <a:pt x="2627304" y="1412922"/>
                  <a:pt x="2541020" y="1390603"/>
                  <a:pt x="2454736" y="1390603"/>
                </a:cubicBezTo>
                <a:close/>
                <a:moveTo>
                  <a:pt x="2454736" y="0"/>
                </a:moveTo>
                <a:cubicBezTo>
                  <a:pt x="2634558" y="0"/>
                  <a:pt x="2814380" y="46514"/>
                  <a:pt x="2975506" y="139541"/>
                </a:cubicBezTo>
                <a:lnTo>
                  <a:pt x="4388702" y="955444"/>
                </a:lnTo>
                <a:cubicBezTo>
                  <a:pt x="4710955" y="1141496"/>
                  <a:pt x="4909474" y="1485340"/>
                  <a:pt x="4909474" y="1857453"/>
                </a:cubicBezTo>
                <a:lnTo>
                  <a:pt x="4909474" y="3489247"/>
                </a:lnTo>
                <a:cubicBezTo>
                  <a:pt x="4909474" y="3861360"/>
                  <a:pt x="4710955" y="4205201"/>
                  <a:pt x="4388702" y="4391251"/>
                </a:cubicBezTo>
                <a:lnTo>
                  <a:pt x="2975506" y="5207163"/>
                </a:lnTo>
                <a:cubicBezTo>
                  <a:pt x="2653254" y="5393211"/>
                  <a:pt x="2256218" y="5393211"/>
                  <a:pt x="1933964" y="5207163"/>
                </a:cubicBezTo>
                <a:lnTo>
                  <a:pt x="520771" y="4391251"/>
                </a:lnTo>
                <a:cubicBezTo>
                  <a:pt x="198517" y="4205201"/>
                  <a:pt x="0" y="3861360"/>
                  <a:pt x="0" y="3489247"/>
                </a:cubicBezTo>
                <a:lnTo>
                  <a:pt x="0" y="1857453"/>
                </a:lnTo>
                <a:cubicBezTo>
                  <a:pt x="0" y="1485340"/>
                  <a:pt x="198517" y="1141496"/>
                  <a:pt x="520771" y="955444"/>
                </a:cubicBezTo>
                <a:lnTo>
                  <a:pt x="1933964" y="139541"/>
                </a:lnTo>
                <a:cubicBezTo>
                  <a:pt x="2095091" y="46514"/>
                  <a:pt x="2274914" y="0"/>
                  <a:pt x="24547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09841" dist="76200" dir="18900000" sx="101000" sy="101000" algn="bl" rotWithShape="0">
              <a:schemeClr val="bg2">
                <a:alpha val="6112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615832844" name="Freeform 10"/>
          <p:cNvSpPr>
            <a:spLocks noGrp="1"/>
          </p:cNvSpPr>
          <p:nvPr>
            <p:ph type="pic" sz="quarter" idx="10"/>
          </p:nvPr>
        </p:nvSpPr>
        <p:spPr bwMode="auto">
          <a:xfrm>
            <a:off x="6991838" y="1507517"/>
            <a:ext cx="3901199" cy="4248630"/>
          </a:xfrm>
          <a:custGeom>
            <a:avLst/>
            <a:gdLst>
              <a:gd name="connsiteX0" fmla="*/ 1950599 w 3901199"/>
              <a:gd name="connsiteY0" fmla="*/ 1105011 h 4248630"/>
              <a:gd name="connsiteX1" fmla="*/ 1752037 w 3901199"/>
              <a:gd name="connsiteY1" fmla="*/ 1158215 h 4248630"/>
              <a:gd name="connsiteX2" fmla="*/ 1213210 w 3901199"/>
              <a:gd name="connsiteY2" fmla="*/ 1469306 h 4248630"/>
              <a:gd name="connsiteX3" fmla="*/ 1014648 w 3901199"/>
              <a:gd name="connsiteY3" fmla="*/ 1813227 h 4248630"/>
              <a:gd name="connsiteX4" fmla="*/ 1014648 w 3901199"/>
              <a:gd name="connsiteY4" fmla="*/ 2435403 h 4248630"/>
              <a:gd name="connsiteX5" fmla="*/ 1213210 w 3901199"/>
              <a:gd name="connsiteY5" fmla="*/ 2779322 h 4248630"/>
              <a:gd name="connsiteX6" fmla="*/ 1752037 w 3901199"/>
              <a:gd name="connsiteY6" fmla="*/ 3090416 h 4248630"/>
              <a:gd name="connsiteX7" fmla="*/ 2149160 w 3901199"/>
              <a:gd name="connsiteY7" fmla="*/ 3090416 h 4248630"/>
              <a:gd name="connsiteX8" fmla="*/ 2687988 w 3901199"/>
              <a:gd name="connsiteY8" fmla="*/ 2779322 h 4248630"/>
              <a:gd name="connsiteX9" fmla="*/ 2886550 w 3901199"/>
              <a:gd name="connsiteY9" fmla="*/ 2435403 h 4248630"/>
              <a:gd name="connsiteX10" fmla="*/ 2886550 w 3901199"/>
              <a:gd name="connsiteY10" fmla="*/ 1813227 h 4248630"/>
              <a:gd name="connsiteX11" fmla="*/ 2687988 w 3901199"/>
              <a:gd name="connsiteY11" fmla="*/ 1469306 h 4248630"/>
              <a:gd name="connsiteX12" fmla="*/ 2149160 w 3901199"/>
              <a:gd name="connsiteY12" fmla="*/ 1158215 h 4248630"/>
              <a:gd name="connsiteX13" fmla="*/ 1950599 w 3901199"/>
              <a:gd name="connsiteY13" fmla="*/ 1105011 h 4248630"/>
              <a:gd name="connsiteX14" fmla="*/ 1950599 w 3901199"/>
              <a:gd name="connsiteY14" fmla="*/ 0 h 4248630"/>
              <a:gd name="connsiteX15" fmla="*/ 2364416 w 3901199"/>
              <a:gd name="connsiteY15" fmla="*/ 110883 h 4248630"/>
              <a:gd name="connsiteX16" fmla="*/ 3487380 w 3901199"/>
              <a:gd name="connsiteY16" fmla="*/ 759222 h 4248630"/>
              <a:gd name="connsiteX17" fmla="*/ 3901199 w 3901199"/>
              <a:gd name="connsiteY17" fmla="*/ 1475982 h 4248630"/>
              <a:gd name="connsiteX18" fmla="*/ 3901199 w 3901199"/>
              <a:gd name="connsiteY18" fmla="*/ 2772649 h 4248630"/>
              <a:gd name="connsiteX19" fmla="*/ 3487380 w 3901199"/>
              <a:gd name="connsiteY19" fmla="*/ 3489406 h 4248630"/>
              <a:gd name="connsiteX20" fmla="*/ 2364416 w 3901199"/>
              <a:gd name="connsiteY20" fmla="*/ 4137751 h 4248630"/>
              <a:gd name="connsiteX21" fmla="*/ 1536779 w 3901199"/>
              <a:gd name="connsiteY21" fmla="*/ 4137751 h 4248630"/>
              <a:gd name="connsiteX22" fmla="*/ 413818 w 3901199"/>
              <a:gd name="connsiteY22" fmla="*/ 3489406 h 4248630"/>
              <a:gd name="connsiteX23" fmla="*/ 0 w 3901199"/>
              <a:gd name="connsiteY23" fmla="*/ 2772649 h 4248630"/>
              <a:gd name="connsiteX24" fmla="*/ 0 w 3901199"/>
              <a:gd name="connsiteY24" fmla="*/ 1475982 h 4248630"/>
              <a:gd name="connsiteX25" fmla="*/ 413818 w 3901199"/>
              <a:gd name="connsiteY25" fmla="*/ 759222 h 4248630"/>
              <a:gd name="connsiteX26" fmla="*/ 1536779 w 3901199"/>
              <a:gd name="connsiteY26" fmla="*/ 110883 h 4248630"/>
              <a:gd name="connsiteX27" fmla="*/ 1950599 w 3901199"/>
              <a:gd name="connsiteY27" fmla="*/ 0 h 424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901199" h="4248630" extrusionOk="0">
                <a:moveTo>
                  <a:pt x="1950599" y="1105011"/>
                </a:moveTo>
                <a:cubicBezTo>
                  <a:pt x="1882036" y="1105011"/>
                  <a:pt x="1813472" y="1122746"/>
                  <a:pt x="1752037" y="1158215"/>
                </a:cubicBezTo>
                <a:lnTo>
                  <a:pt x="1213210" y="1469306"/>
                </a:lnTo>
                <a:cubicBezTo>
                  <a:pt x="1090340" y="1540244"/>
                  <a:pt x="1014648" y="1671347"/>
                  <a:pt x="1014648" y="1813227"/>
                </a:cubicBezTo>
                <a:lnTo>
                  <a:pt x="1014648" y="2435403"/>
                </a:lnTo>
                <a:cubicBezTo>
                  <a:pt x="1014648" y="2577284"/>
                  <a:pt x="1090340" y="2708384"/>
                  <a:pt x="1213210" y="2779322"/>
                </a:cubicBezTo>
                <a:lnTo>
                  <a:pt x="1752037" y="3090416"/>
                </a:lnTo>
                <a:cubicBezTo>
                  <a:pt x="1874907" y="3161353"/>
                  <a:pt x="2026291" y="3161353"/>
                  <a:pt x="2149160" y="3090416"/>
                </a:cubicBezTo>
                <a:lnTo>
                  <a:pt x="2687988" y="2779322"/>
                </a:lnTo>
                <a:cubicBezTo>
                  <a:pt x="2810858" y="2708384"/>
                  <a:pt x="2886550" y="2577284"/>
                  <a:pt x="2886550" y="2435403"/>
                </a:cubicBezTo>
                <a:lnTo>
                  <a:pt x="2886550" y="1813227"/>
                </a:lnTo>
                <a:cubicBezTo>
                  <a:pt x="2886550" y="1671347"/>
                  <a:pt x="2810858" y="1540244"/>
                  <a:pt x="2687988" y="1469306"/>
                </a:cubicBezTo>
                <a:lnTo>
                  <a:pt x="2149160" y="1158215"/>
                </a:lnTo>
                <a:cubicBezTo>
                  <a:pt x="2087726" y="1122746"/>
                  <a:pt x="2019162" y="1105011"/>
                  <a:pt x="1950599" y="1105011"/>
                </a:cubicBezTo>
                <a:close/>
                <a:moveTo>
                  <a:pt x="1950599" y="0"/>
                </a:moveTo>
                <a:cubicBezTo>
                  <a:pt x="2093490" y="0"/>
                  <a:pt x="2236382" y="36961"/>
                  <a:pt x="2364416" y="110883"/>
                </a:cubicBezTo>
                <a:lnTo>
                  <a:pt x="3487380" y="759222"/>
                </a:lnTo>
                <a:cubicBezTo>
                  <a:pt x="3743450" y="907063"/>
                  <a:pt x="3901199" y="1180291"/>
                  <a:pt x="3901199" y="1475982"/>
                </a:cubicBezTo>
                <a:lnTo>
                  <a:pt x="3901199" y="2772649"/>
                </a:lnTo>
                <a:cubicBezTo>
                  <a:pt x="3901199" y="3068340"/>
                  <a:pt x="3743450" y="3341565"/>
                  <a:pt x="3487380" y="3489406"/>
                </a:cubicBezTo>
                <a:lnTo>
                  <a:pt x="2364416" y="4137751"/>
                </a:lnTo>
                <a:cubicBezTo>
                  <a:pt x="2108346" y="4285590"/>
                  <a:pt x="1792851" y="4285590"/>
                  <a:pt x="1536779" y="4137751"/>
                </a:cubicBezTo>
                <a:lnTo>
                  <a:pt x="413818" y="3489406"/>
                </a:lnTo>
                <a:cubicBezTo>
                  <a:pt x="157747" y="3341565"/>
                  <a:pt x="0" y="3068340"/>
                  <a:pt x="0" y="2772649"/>
                </a:cubicBezTo>
                <a:lnTo>
                  <a:pt x="0" y="1475982"/>
                </a:lnTo>
                <a:cubicBezTo>
                  <a:pt x="0" y="1180291"/>
                  <a:pt x="157747" y="907063"/>
                  <a:pt x="413818" y="759222"/>
                </a:cubicBezTo>
                <a:lnTo>
                  <a:pt x="1536779" y="110883"/>
                </a:lnTo>
                <a:cubicBezTo>
                  <a:pt x="1664815" y="36961"/>
                  <a:pt x="1807707" y="0"/>
                  <a:pt x="195059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352425059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4585447" name="Round Same Side Corner Rectangle 1"/>
          <p:cNvSpPr/>
          <p:nvPr userDrawn="1"/>
        </p:nvSpPr>
        <p:spPr bwMode="auto">
          <a:xfrm rot="5400000">
            <a:off x="848008" y="1800823"/>
            <a:ext cx="3414324" cy="5136775"/>
          </a:xfrm>
          <a:prstGeom prst="round2SameRect">
            <a:avLst>
              <a:gd name="adj1" fmla="val 1036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36216" dist="360062" dir="3900000" algn="tl" rotWithShape="0">
              <a:schemeClr val="bg1">
                <a:lumMod val="75000"/>
                <a:alpha val="1693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en-US">
              <a:latin typeface="Poppins"/>
            </a:endParaRPr>
          </a:p>
        </p:txBody>
      </p:sp>
      <p:sp>
        <p:nvSpPr>
          <p:cNvPr id="579740638" name="Round Same Side Corner Rectangle 2"/>
          <p:cNvSpPr/>
          <p:nvPr userDrawn="1"/>
        </p:nvSpPr>
        <p:spPr bwMode="auto">
          <a:xfrm rot="5400000">
            <a:off x="848008" y="1800823"/>
            <a:ext cx="3414324" cy="5136775"/>
          </a:xfrm>
          <a:prstGeom prst="round2SameRect">
            <a:avLst>
              <a:gd name="adj1" fmla="val 1036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84432" dist="200502" dir="13500000" algn="tl" rotWithShape="0">
              <a:srgbClr val="FFFF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lang="en-US">
              <a:latin typeface="Poppins"/>
            </a:endParaRPr>
          </a:p>
        </p:txBody>
      </p:sp>
      <p:sp>
        <p:nvSpPr>
          <p:cNvPr id="2081965815" name="Freeform 6"/>
          <p:cNvSpPr>
            <a:spLocks noGrp="1"/>
          </p:cNvSpPr>
          <p:nvPr>
            <p:ph type="pic" sz="quarter" idx="10"/>
          </p:nvPr>
        </p:nvSpPr>
        <p:spPr bwMode="auto">
          <a:xfrm>
            <a:off x="-13217" y="2879280"/>
            <a:ext cx="4944939" cy="2979861"/>
          </a:xfrm>
          <a:custGeom>
            <a:avLst/>
            <a:gdLst>
              <a:gd name="connsiteX0" fmla="*/ 0 w 4944939"/>
              <a:gd name="connsiteY0" fmla="*/ 0 h 2979861"/>
              <a:gd name="connsiteX1" fmla="*/ 4636077 w 4944939"/>
              <a:gd name="connsiteY1" fmla="*/ 0 h 2979861"/>
              <a:gd name="connsiteX2" fmla="*/ 4944939 w 4944939"/>
              <a:gd name="connsiteY2" fmla="*/ 308862 h 2979861"/>
              <a:gd name="connsiteX3" fmla="*/ 4944939 w 4944939"/>
              <a:gd name="connsiteY3" fmla="*/ 2670999 h 2979861"/>
              <a:gd name="connsiteX4" fmla="*/ 4636077 w 4944939"/>
              <a:gd name="connsiteY4" fmla="*/ 2979861 h 2979861"/>
              <a:gd name="connsiteX5" fmla="*/ 0 w 4944939"/>
              <a:gd name="connsiteY5" fmla="*/ 2979861 h 2979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4939" h="2979861" extrusionOk="0">
                <a:moveTo>
                  <a:pt x="0" y="0"/>
                </a:moveTo>
                <a:lnTo>
                  <a:pt x="4636077" y="0"/>
                </a:lnTo>
                <a:cubicBezTo>
                  <a:pt x="4806657" y="0"/>
                  <a:pt x="4944939" y="138282"/>
                  <a:pt x="4944939" y="308862"/>
                </a:cubicBezTo>
                <a:lnTo>
                  <a:pt x="4944939" y="2670999"/>
                </a:lnTo>
                <a:cubicBezTo>
                  <a:pt x="4944939" y="2841579"/>
                  <a:pt x="4806657" y="2979861"/>
                  <a:pt x="4636077" y="2979861"/>
                </a:cubicBezTo>
                <a:lnTo>
                  <a:pt x="0" y="297986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613931793" name="Picture 3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529964" name="Rounded Rectangle 5"/>
          <p:cNvSpPr/>
          <p:nvPr userDrawn="1"/>
        </p:nvSpPr>
        <p:spPr bwMode="auto">
          <a:xfrm rot="5400000">
            <a:off x="6607360" y="1008832"/>
            <a:ext cx="4512841" cy="51367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noFill/>
          </a:ln>
          <a:effectLst>
            <a:outerShdw blurRad="348800" dist="38100" dir="4980000" sx="103000" sy="103000" algn="tr" rotWithShape="0">
              <a:schemeClr val="bg1">
                <a:lumMod val="90000"/>
                <a:alpha val="41774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182880" rtlCol="0" anchor="b"/>
          <a:lstStyle/>
          <a:p>
            <a:pPr algn="ctr">
              <a:spcBef>
                <a:spcPts val="1200"/>
              </a:spcBef>
              <a:defRPr/>
            </a:pPr>
            <a:endParaRPr lang="en-US" sz="1000">
              <a:solidFill>
                <a:schemeClr val="tx1">
                  <a:alpha val="70000"/>
                </a:schemeClr>
              </a:solidFill>
              <a:latin typeface="Poppins"/>
            </a:endParaRPr>
          </a:p>
        </p:txBody>
      </p:sp>
      <p:sp>
        <p:nvSpPr>
          <p:cNvPr id="2058410970" name="Rounded Rectangle 6"/>
          <p:cNvSpPr/>
          <p:nvPr userDrawn="1"/>
        </p:nvSpPr>
        <p:spPr bwMode="auto">
          <a:xfrm rot="5400000">
            <a:off x="6607360" y="1008832"/>
            <a:ext cx="4512841" cy="513677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ffectLst>
            <a:outerShdw blurRad="209841" dist="76200" dir="18900000" sx="101000" sy="101000" algn="bl" rotWithShape="0">
              <a:schemeClr val="bg2">
                <a:alpha val="6112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1540132583" name="Freeform 10"/>
          <p:cNvSpPr>
            <a:spLocks noGrp="1"/>
          </p:cNvSpPr>
          <p:nvPr>
            <p:ph type="pic" sz="quarter" idx="10"/>
          </p:nvPr>
        </p:nvSpPr>
        <p:spPr bwMode="auto">
          <a:xfrm>
            <a:off x="6445879" y="1451113"/>
            <a:ext cx="4835799" cy="4252216"/>
          </a:xfrm>
          <a:custGeom>
            <a:avLst/>
            <a:gdLst>
              <a:gd name="connsiteX0" fmla="*/ 693069 w 4835799"/>
              <a:gd name="connsiteY0" fmla="*/ 0 h 4252216"/>
              <a:gd name="connsiteX1" fmla="*/ 4142731 w 4835799"/>
              <a:gd name="connsiteY1" fmla="*/ 0 h 4252216"/>
              <a:gd name="connsiteX2" fmla="*/ 4835799 w 4835799"/>
              <a:gd name="connsiteY2" fmla="*/ 693068 h 4252216"/>
              <a:gd name="connsiteX3" fmla="*/ 4835799 w 4835799"/>
              <a:gd name="connsiteY3" fmla="*/ 3559147 h 4252216"/>
              <a:gd name="connsiteX4" fmla="*/ 4142731 w 4835799"/>
              <a:gd name="connsiteY4" fmla="*/ 4252216 h 4252216"/>
              <a:gd name="connsiteX5" fmla="*/ 693069 w 4835799"/>
              <a:gd name="connsiteY5" fmla="*/ 4252216 h 4252216"/>
              <a:gd name="connsiteX6" fmla="*/ 0 w 4835799"/>
              <a:gd name="connsiteY6" fmla="*/ 3559147 h 4252216"/>
              <a:gd name="connsiteX7" fmla="*/ 0 w 4835799"/>
              <a:gd name="connsiteY7" fmla="*/ 693068 h 4252216"/>
              <a:gd name="connsiteX8" fmla="*/ 693069 w 4835799"/>
              <a:gd name="connsiteY8" fmla="*/ 0 h 425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5799" h="4252216" extrusionOk="0">
                <a:moveTo>
                  <a:pt x="693069" y="0"/>
                </a:moveTo>
                <a:lnTo>
                  <a:pt x="4142731" y="0"/>
                </a:lnTo>
                <a:cubicBezTo>
                  <a:pt x="4525501" y="0"/>
                  <a:pt x="4835799" y="310298"/>
                  <a:pt x="4835799" y="693068"/>
                </a:cubicBezTo>
                <a:lnTo>
                  <a:pt x="4835799" y="3559147"/>
                </a:lnTo>
                <a:cubicBezTo>
                  <a:pt x="4835799" y="3941918"/>
                  <a:pt x="4525501" y="4252216"/>
                  <a:pt x="4142731" y="4252216"/>
                </a:cubicBezTo>
                <a:lnTo>
                  <a:pt x="693069" y="4252216"/>
                </a:lnTo>
                <a:cubicBezTo>
                  <a:pt x="310298" y="4252216"/>
                  <a:pt x="0" y="3941918"/>
                  <a:pt x="0" y="3559147"/>
                </a:cubicBezTo>
                <a:lnTo>
                  <a:pt x="0" y="693068"/>
                </a:lnTo>
                <a:cubicBezTo>
                  <a:pt x="0" y="310298"/>
                  <a:pt x="310298" y="0"/>
                  <a:pt x="69306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789470699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6249780" name="Rounded Rectangle 5"/>
          <p:cNvSpPr/>
          <p:nvPr userDrawn="1"/>
        </p:nvSpPr>
        <p:spPr bwMode="auto">
          <a:xfrm>
            <a:off x="7558829" y="1297842"/>
            <a:ext cx="3554281" cy="4854976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 w="6350">
            <a:noFill/>
          </a:ln>
          <a:effectLst>
            <a:outerShdw blurRad="348800" dist="38100" dir="4980000" sx="103000" sy="103000" algn="tr" rotWithShape="0">
              <a:schemeClr val="bg1">
                <a:lumMod val="90000"/>
                <a:alpha val="41774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182880" rtlCol="0" anchor="b"/>
          <a:lstStyle/>
          <a:p>
            <a:pPr algn="ctr">
              <a:spcBef>
                <a:spcPts val="1200"/>
              </a:spcBef>
              <a:defRPr/>
            </a:pPr>
            <a:endParaRPr lang="en-US" sz="1000">
              <a:solidFill>
                <a:schemeClr val="tx1">
                  <a:alpha val="70000"/>
                </a:schemeClr>
              </a:solidFill>
              <a:latin typeface="Poppins"/>
            </a:endParaRPr>
          </a:p>
        </p:txBody>
      </p:sp>
      <p:sp>
        <p:nvSpPr>
          <p:cNvPr id="980307216" name="Rounded Rectangle 6"/>
          <p:cNvSpPr/>
          <p:nvPr userDrawn="1"/>
        </p:nvSpPr>
        <p:spPr bwMode="auto">
          <a:xfrm>
            <a:off x="7565992" y="1297842"/>
            <a:ext cx="3554281" cy="4854976"/>
          </a:xfrm>
          <a:prstGeom prst="roundRect">
            <a:avLst>
              <a:gd name="adj" fmla="val 6560"/>
            </a:avLst>
          </a:prstGeom>
          <a:solidFill>
            <a:schemeClr val="bg1"/>
          </a:solidFill>
          <a:ln>
            <a:noFill/>
          </a:ln>
          <a:effectLst>
            <a:outerShdw blurRad="209841" dist="76200" dir="18900000" sx="101000" sy="101000" algn="bl" rotWithShape="0">
              <a:schemeClr val="bg2">
                <a:alpha val="6112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1901677370" name="Freeform 10"/>
          <p:cNvSpPr>
            <a:spLocks noGrp="1"/>
          </p:cNvSpPr>
          <p:nvPr>
            <p:ph type="pic" sz="quarter" idx="10"/>
          </p:nvPr>
        </p:nvSpPr>
        <p:spPr bwMode="auto">
          <a:xfrm>
            <a:off x="7648338" y="1393609"/>
            <a:ext cx="3375260" cy="4663440"/>
          </a:xfrm>
          <a:custGeom>
            <a:avLst/>
            <a:gdLst>
              <a:gd name="connsiteX0" fmla="*/ 226210 w 3375260"/>
              <a:gd name="connsiteY0" fmla="*/ 0 h 4663440"/>
              <a:gd name="connsiteX1" fmla="*/ 3149050 w 3375260"/>
              <a:gd name="connsiteY1" fmla="*/ 0 h 4663440"/>
              <a:gd name="connsiteX2" fmla="*/ 3375260 w 3375260"/>
              <a:gd name="connsiteY2" fmla="*/ 226210 h 4663440"/>
              <a:gd name="connsiteX3" fmla="*/ 3375260 w 3375260"/>
              <a:gd name="connsiteY3" fmla="*/ 4437230 h 4663440"/>
              <a:gd name="connsiteX4" fmla="*/ 3149050 w 3375260"/>
              <a:gd name="connsiteY4" fmla="*/ 4663440 h 4663440"/>
              <a:gd name="connsiteX5" fmla="*/ 226210 w 3375260"/>
              <a:gd name="connsiteY5" fmla="*/ 4663440 h 4663440"/>
              <a:gd name="connsiteX6" fmla="*/ 0 w 3375260"/>
              <a:gd name="connsiteY6" fmla="*/ 4437230 h 4663440"/>
              <a:gd name="connsiteX7" fmla="*/ 0 w 3375260"/>
              <a:gd name="connsiteY7" fmla="*/ 226210 h 4663440"/>
              <a:gd name="connsiteX8" fmla="*/ 226210 w 3375260"/>
              <a:gd name="connsiteY8" fmla="*/ 0 h 4663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75260" h="4663440" extrusionOk="0">
                <a:moveTo>
                  <a:pt x="226210" y="0"/>
                </a:moveTo>
                <a:lnTo>
                  <a:pt x="3149050" y="0"/>
                </a:lnTo>
                <a:cubicBezTo>
                  <a:pt x="3273982" y="0"/>
                  <a:pt x="3375260" y="101278"/>
                  <a:pt x="3375260" y="226210"/>
                </a:cubicBezTo>
                <a:lnTo>
                  <a:pt x="3375260" y="4437230"/>
                </a:lnTo>
                <a:cubicBezTo>
                  <a:pt x="3375260" y="4562162"/>
                  <a:pt x="3273982" y="4663440"/>
                  <a:pt x="3149050" y="4663440"/>
                </a:cubicBezTo>
                <a:lnTo>
                  <a:pt x="226210" y="4663440"/>
                </a:lnTo>
                <a:cubicBezTo>
                  <a:pt x="101278" y="4663440"/>
                  <a:pt x="0" y="4562162"/>
                  <a:pt x="0" y="4437230"/>
                </a:cubicBezTo>
                <a:lnTo>
                  <a:pt x="0" y="226210"/>
                </a:lnTo>
                <a:cubicBezTo>
                  <a:pt x="0" y="101278"/>
                  <a:pt x="101278" y="0"/>
                  <a:pt x="22621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267395780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6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690094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576352" name="Freeform 11"/>
          <p:cNvSpPr>
            <a:spLocks noGrp="1"/>
          </p:cNvSpPr>
          <p:nvPr>
            <p:ph type="pic" sz="quarter" idx="10"/>
          </p:nvPr>
        </p:nvSpPr>
        <p:spPr bwMode="auto">
          <a:xfrm>
            <a:off x="-32579" y="-1"/>
            <a:ext cx="5906258" cy="6372080"/>
          </a:xfrm>
          <a:custGeom>
            <a:avLst/>
            <a:gdLst>
              <a:gd name="connsiteX0" fmla="*/ 1439842 w 5906258"/>
              <a:gd name="connsiteY0" fmla="*/ 1 h 6372080"/>
              <a:gd name="connsiteX1" fmla="*/ 4415150 w 5906258"/>
              <a:gd name="connsiteY1" fmla="*/ 1 h 6372080"/>
              <a:gd name="connsiteX2" fmla="*/ 5725812 w 5906258"/>
              <a:gd name="connsiteY2" fmla="*/ 2245691 h 6372080"/>
              <a:gd name="connsiteX3" fmla="*/ 5250426 w 5906258"/>
              <a:gd name="connsiteY3" fmla="*/ 4053809 h 6372080"/>
              <a:gd name="connsiteX4" fmla="*/ 3442307 w 5906258"/>
              <a:gd name="connsiteY4" fmla="*/ 3578423 h 6372080"/>
              <a:gd name="connsiteX5" fmla="*/ 1594300 w 5906258"/>
              <a:gd name="connsiteY5" fmla="*/ 412045 h 6372080"/>
              <a:gd name="connsiteX6" fmla="*/ 1447474 w 5906258"/>
              <a:gd name="connsiteY6" fmla="*/ 42564 h 6372080"/>
              <a:gd name="connsiteX7" fmla="*/ 0 w 5906258"/>
              <a:gd name="connsiteY7" fmla="*/ 0 h 6372080"/>
              <a:gd name="connsiteX8" fmla="*/ 921304 w 5906258"/>
              <a:gd name="connsiteY8" fmla="*/ 0 h 6372080"/>
              <a:gd name="connsiteX9" fmla="*/ 3479675 w 5906258"/>
              <a:gd name="connsiteY9" fmla="*/ 4383515 h 6372080"/>
              <a:gd name="connsiteX10" fmla="*/ 3004289 w 5906258"/>
              <a:gd name="connsiteY10" fmla="*/ 6191634 h 6372080"/>
              <a:gd name="connsiteX11" fmla="*/ 1196171 w 5906258"/>
              <a:gd name="connsiteY11" fmla="*/ 5716248 h 6372080"/>
              <a:gd name="connsiteX12" fmla="*/ 0 w 5906258"/>
              <a:gd name="connsiteY12" fmla="*/ 3666728 h 637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906258" h="6372080" extrusionOk="0">
                <a:moveTo>
                  <a:pt x="1439842" y="1"/>
                </a:moveTo>
                <a:lnTo>
                  <a:pt x="4415150" y="1"/>
                </a:lnTo>
                <a:lnTo>
                  <a:pt x="5725812" y="2245691"/>
                </a:lnTo>
                <a:cubicBezTo>
                  <a:pt x="6093836" y="2876264"/>
                  <a:pt x="5880998" y="3685785"/>
                  <a:pt x="5250426" y="4053809"/>
                </a:cubicBezTo>
                <a:cubicBezTo>
                  <a:pt x="4619853" y="4421833"/>
                  <a:pt x="3810332" y="4208996"/>
                  <a:pt x="3442307" y="3578423"/>
                </a:cubicBezTo>
                <a:lnTo>
                  <a:pt x="1594300" y="412045"/>
                </a:lnTo>
                <a:cubicBezTo>
                  <a:pt x="1525296" y="293813"/>
                  <a:pt x="1476712" y="169289"/>
                  <a:pt x="1447474" y="42564"/>
                </a:cubicBezTo>
                <a:close/>
                <a:moveTo>
                  <a:pt x="0" y="0"/>
                </a:moveTo>
                <a:lnTo>
                  <a:pt x="921304" y="0"/>
                </a:lnTo>
                <a:lnTo>
                  <a:pt x="3479675" y="4383515"/>
                </a:lnTo>
                <a:cubicBezTo>
                  <a:pt x="3847699" y="5014088"/>
                  <a:pt x="3634862" y="5823610"/>
                  <a:pt x="3004289" y="6191634"/>
                </a:cubicBezTo>
                <a:cubicBezTo>
                  <a:pt x="2373717" y="6559658"/>
                  <a:pt x="1564195" y="6346820"/>
                  <a:pt x="1196171" y="5716248"/>
                </a:cubicBezTo>
                <a:lnTo>
                  <a:pt x="0" y="3666728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81257" name="Oval 5"/>
          <p:cNvSpPr/>
          <p:nvPr/>
        </p:nvSpPr>
        <p:spPr bwMode="auto">
          <a:xfrm>
            <a:off x="-1842154" y="1085818"/>
            <a:ext cx="7507847" cy="7507847"/>
          </a:xfrm>
          <a:prstGeom prst="ellipse">
            <a:avLst/>
          </a:prstGeom>
          <a:solidFill>
            <a:schemeClr val="bg1"/>
          </a:solidFill>
          <a:ln w="6350">
            <a:noFill/>
          </a:ln>
          <a:effectLst>
            <a:outerShdw blurRad="348800" dist="38100" dir="4980000" sx="103000" sy="103000" algn="tr" rotWithShape="0">
              <a:schemeClr val="bg1">
                <a:lumMod val="90000"/>
                <a:alpha val="41774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182880" rtlCol="0" anchor="b"/>
          <a:lstStyle/>
          <a:p>
            <a:pPr lvl="0" algn="ctr">
              <a:spcBef>
                <a:spcPts val="1200"/>
              </a:spcBef>
              <a:defRPr/>
            </a:pPr>
            <a:endParaRPr lang="en-ID" sz="1000" b="0" i="0">
              <a:solidFill>
                <a:schemeClr val="tx1">
                  <a:alpha val="70000"/>
                </a:schemeClr>
              </a:solidFill>
              <a:latin typeface="Poppins"/>
            </a:endParaRPr>
          </a:p>
        </p:txBody>
      </p:sp>
      <p:sp>
        <p:nvSpPr>
          <p:cNvPr id="434286172" name="Oval 6"/>
          <p:cNvSpPr/>
          <p:nvPr/>
        </p:nvSpPr>
        <p:spPr bwMode="auto">
          <a:xfrm>
            <a:off x="-1842154" y="1085818"/>
            <a:ext cx="7507847" cy="750784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09841" dist="76200" dir="18900000" sx="101000" sy="101000" algn="bl" rotWithShape="0">
              <a:schemeClr val="bg2">
                <a:alpha val="6112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rIns="91440" rtlCol="0" anchor="ctr"/>
          <a:lstStyle/>
          <a:p>
            <a:pPr lvl="0" algn="ctr">
              <a:defRPr/>
            </a:pPr>
            <a:endParaRPr lang="en-ID" b="0" i="0">
              <a:latin typeface="Poppins"/>
            </a:endParaRPr>
          </a:p>
        </p:txBody>
      </p:sp>
      <p:sp>
        <p:nvSpPr>
          <p:cNvPr id="763422922" name="Picture Placeholder 8"/>
          <p:cNvSpPr>
            <a:spLocks noGrp="1"/>
          </p:cNvSpPr>
          <p:nvPr>
            <p:ph type="pic" sz="quarter" idx="13"/>
          </p:nvPr>
        </p:nvSpPr>
        <p:spPr bwMode="auto">
          <a:xfrm>
            <a:off x="-1466548" y="1555126"/>
            <a:ext cx="6662936" cy="6662936"/>
          </a:xfrm>
          <a:prstGeom prst="ellipse">
            <a:avLst/>
          </a:pr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ID"/>
          </a:p>
        </p:txBody>
      </p:sp>
      <p:pic>
        <p:nvPicPr>
          <p:cNvPr id="1935633218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9928335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897776" name="Freeform 8"/>
          <p:cNvSpPr>
            <a:spLocks noGrp="1"/>
          </p:cNvSpPr>
          <p:nvPr>
            <p:ph type="pic" sz="quarter" idx="10"/>
          </p:nvPr>
        </p:nvSpPr>
        <p:spPr bwMode="auto">
          <a:xfrm>
            <a:off x="1585890" y="1813538"/>
            <a:ext cx="3272812" cy="3272812"/>
          </a:xfrm>
          <a:custGeom>
            <a:avLst/>
            <a:gdLst>
              <a:gd name="connsiteX0" fmla="*/ 1636406 w 3272812"/>
              <a:gd name="connsiteY0" fmla="*/ 0 h 3272812"/>
              <a:gd name="connsiteX1" fmla="*/ 3272812 w 3272812"/>
              <a:gd name="connsiteY1" fmla="*/ 1636406 h 3272812"/>
              <a:gd name="connsiteX2" fmla="*/ 1636406 w 3272812"/>
              <a:gd name="connsiteY2" fmla="*/ 3272812 h 3272812"/>
              <a:gd name="connsiteX3" fmla="*/ 0 w 3272812"/>
              <a:gd name="connsiteY3" fmla="*/ 1636406 h 3272812"/>
              <a:gd name="connsiteX4" fmla="*/ 1636406 w 3272812"/>
              <a:gd name="connsiteY4" fmla="*/ 0 h 327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2812" h="3272812" extrusionOk="0">
                <a:moveTo>
                  <a:pt x="1636406" y="0"/>
                </a:moveTo>
                <a:cubicBezTo>
                  <a:pt x="2540168" y="0"/>
                  <a:pt x="3272812" y="732644"/>
                  <a:pt x="3272812" y="1636406"/>
                </a:cubicBezTo>
                <a:cubicBezTo>
                  <a:pt x="3272812" y="2540168"/>
                  <a:pt x="2540168" y="3272812"/>
                  <a:pt x="1636406" y="3272812"/>
                </a:cubicBezTo>
                <a:cubicBezTo>
                  <a:pt x="732644" y="3272812"/>
                  <a:pt x="0" y="2540168"/>
                  <a:pt x="0" y="1636406"/>
                </a:cubicBezTo>
                <a:cubicBezTo>
                  <a:pt x="0" y="732644"/>
                  <a:pt x="732644" y="0"/>
                  <a:pt x="163640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132492958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2027917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29929628" name="Group 5"/>
          <p:cNvGrpSpPr/>
          <p:nvPr userDrawn="1"/>
        </p:nvGrpSpPr>
        <p:grpSpPr bwMode="auto">
          <a:xfrm>
            <a:off x="3258777" y="1391220"/>
            <a:ext cx="2483503" cy="4913288"/>
            <a:chOff x="3258777" y="1391220"/>
            <a:chExt cx="2483503" cy="4913288"/>
          </a:xfrm>
        </p:grpSpPr>
        <p:sp>
          <p:nvSpPr>
            <p:cNvPr id="7" name="Freeform 16"/>
            <p:cNvSpPr/>
            <p:nvPr/>
          </p:nvSpPr>
          <p:spPr bwMode="auto">
            <a:xfrm>
              <a:off x="3303794" y="1409700"/>
              <a:ext cx="2395800" cy="4894808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  <a:latin typeface="Poppins"/>
              </a:endParaRPr>
            </a:p>
          </p:txBody>
        </p:sp>
        <p:sp>
          <p:nvSpPr>
            <p:cNvPr id="8" name="Freeform 16"/>
            <p:cNvSpPr/>
            <p:nvPr/>
          </p:nvSpPr>
          <p:spPr bwMode="auto">
            <a:xfrm>
              <a:off x="3321655" y="1391220"/>
              <a:ext cx="2395800" cy="4894808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  <p:sp>
          <p:nvSpPr>
            <p:cNvPr id="9" name="Freeform 19"/>
            <p:cNvSpPr/>
            <p:nvPr/>
          </p:nvSpPr>
          <p:spPr bwMode="auto">
            <a:xfrm>
              <a:off x="3261109" y="2406927"/>
              <a:ext cx="90032" cy="372882"/>
            </a:xfrm>
            <a:custGeom>
              <a:avLst/>
              <a:gdLst>
                <a:gd name="connsiteX0" fmla="*/ 29317 w 58633"/>
                <a:gd name="connsiteY0" fmla="*/ 242836 h 242836"/>
                <a:gd name="connsiteX1" fmla="*/ 29317 w 58633"/>
                <a:gd name="connsiteY1" fmla="*/ 242836 h 242836"/>
                <a:gd name="connsiteX2" fmla="*/ 0 w 58633"/>
                <a:gd name="connsiteY2" fmla="*/ 213433 h 242836"/>
                <a:gd name="connsiteX3" fmla="*/ 0 w 58633"/>
                <a:gd name="connsiteY3" fmla="*/ 29403 h 242836"/>
                <a:gd name="connsiteX4" fmla="*/ 29317 w 58633"/>
                <a:gd name="connsiteY4" fmla="*/ 0 h 242836"/>
                <a:gd name="connsiteX5" fmla="*/ 29317 w 58633"/>
                <a:gd name="connsiteY5" fmla="*/ 0 h 242836"/>
                <a:gd name="connsiteX6" fmla="*/ 58634 w 58633"/>
                <a:gd name="connsiteY6" fmla="*/ 29403 h 242836"/>
                <a:gd name="connsiteX7" fmla="*/ 58634 w 58633"/>
                <a:gd name="connsiteY7" fmla="*/ 213433 h 242836"/>
                <a:gd name="connsiteX8" fmla="*/ 29317 w 58633"/>
                <a:gd name="connsiteY8" fmla="*/ 242836 h 242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33" h="242836" extrusionOk="0">
                  <a:moveTo>
                    <a:pt x="29317" y="242836"/>
                  </a:moveTo>
                  <a:lnTo>
                    <a:pt x="29317" y="242836"/>
                  </a:lnTo>
                  <a:cubicBezTo>
                    <a:pt x="13147" y="242784"/>
                    <a:pt x="52" y="229650"/>
                    <a:pt x="0" y="213433"/>
                  </a:cubicBezTo>
                  <a:lnTo>
                    <a:pt x="0" y="29403"/>
                  </a:lnTo>
                  <a:cubicBezTo>
                    <a:pt x="52" y="13186"/>
                    <a:pt x="13147" y="52"/>
                    <a:pt x="29317" y="0"/>
                  </a:cubicBezTo>
                  <a:lnTo>
                    <a:pt x="29317" y="0"/>
                  </a:lnTo>
                  <a:cubicBezTo>
                    <a:pt x="45486" y="52"/>
                    <a:pt x="58582" y="13186"/>
                    <a:pt x="58634" y="29403"/>
                  </a:cubicBezTo>
                  <a:lnTo>
                    <a:pt x="58634" y="213433"/>
                  </a:lnTo>
                  <a:cubicBezTo>
                    <a:pt x="58582" y="229650"/>
                    <a:pt x="45486" y="242784"/>
                    <a:pt x="29317" y="24283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>
                <a:latin typeface="Arial"/>
              </a:endParaRPr>
            </a:p>
          </p:txBody>
        </p:sp>
        <p:sp>
          <p:nvSpPr>
            <p:cNvPr id="10" name="Freeform 20"/>
            <p:cNvSpPr/>
            <p:nvPr/>
          </p:nvSpPr>
          <p:spPr bwMode="auto">
            <a:xfrm>
              <a:off x="3258777" y="2850967"/>
              <a:ext cx="90032" cy="372882"/>
            </a:xfrm>
            <a:custGeom>
              <a:avLst/>
              <a:gdLst>
                <a:gd name="connsiteX0" fmla="*/ 29317 w 58633"/>
                <a:gd name="connsiteY0" fmla="*/ 242836 h 242836"/>
                <a:gd name="connsiteX1" fmla="*/ 29317 w 58633"/>
                <a:gd name="connsiteY1" fmla="*/ 242836 h 242836"/>
                <a:gd name="connsiteX2" fmla="*/ 0 w 58633"/>
                <a:gd name="connsiteY2" fmla="*/ 213433 h 242836"/>
                <a:gd name="connsiteX3" fmla="*/ 0 w 58633"/>
                <a:gd name="connsiteY3" fmla="*/ 29403 h 242836"/>
                <a:gd name="connsiteX4" fmla="*/ 29317 w 58633"/>
                <a:gd name="connsiteY4" fmla="*/ 0 h 242836"/>
                <a:gd name="connsiteX5" fmla="*/ 29317 w 58633"/>
                <a:gd name="connsiteY5" fmla="*/ 0 h 242836"/>
                <a:gd name="connsiteX6" fmla="*/ 58634 w 58633"/>
                <a:gd name="connsiteY6" fmla="*/ 29403 h 242836"/>
                <a:gd name="connsiteX7" fmla="*/ 58634 w 58633"/>
                <a:gd name="connsiteY7" fmla="*/ 213433 h 242836"/>
                <a:gd name="connsiteX8" fmla="*/ 29317 w 58633"/>
                <a:gd name="connsiteY8" fmla="*/ 242836 h 242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633" h="242836" extrusionOk="0">
                  <a:moveTo>
                    <a:pt x="29317" y="242836"/>
                  </a:moveTo>
                  <a:lnTo>
                    <a:pt x="29317" y="242836"/>
                  </a:lnTo>
                  <a:cubicBezTo>
                    <a:pt x="13147" y="242784"/>
                    <a:pt x="52" y="229650"/>
                    <a:pt x="0" y="213433"/>
                  </a:cubicBezTo>
                  <a:lnTo>
                    <a:pt x="0" y="29403"/>
                  </a:lnTo>
                  <a:cubicBezTo>
                    <a:pt x="52" y="13186"/>
                    <a:pt x="13147" y="52"/>
                    <a:pt x="29317" y="0"/>
                  </a:cubicBezTo>
                  <a:lnTo>
                    <a:pt x="29317" y="0"/>
                  </a:lnTo>
                  <a:cubicBezTo>
                    <a:pt x="45486" y="52"/>
                    <a:pt x="58582" y="13186"/>
                    <a:pt x="58634" y="29403"/>
                  </a:cubicBezTo>
                  <a:lnTo>
                    <a:pt x="58634" y="213433"/>
                  </a:lnTo>
                  <a:cubicBezTo>
                    <a:pt x="58582" y="229650"/>
                    <a:pt x="45486" y="242784"/>
                    <a:pt x="29317" y="24283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>
                <a:latin typeface="Arial"/>
              </a:endParaRPr>
            </a:p>
          </p:txBody>
        </p:sp>
        <p:sp>
          <p:nvSpPr>
            <p:cNvPr id="11" name="Freeform 21"/>
            <p:cNvSpPr/>
            <p:nvPr/>
          </p:nvSpPr>
          <p:spPr bwMode="auto">
            <a:xfrm>
              <a:off x="3268247" y="2049678"/>
              <a:ext cx="71093" cy="213617"/>
            </a:xfrm>
            <a:custGeom>
              <a:avLst/>
              <a:gdLst>
                <a:gd name="connsiteX0" fmla="*/ 23150 w 46299"/>
                <a:gd name="connsiteY0" fmla="*/ 139117 h 139116"/>
                <a:gd name="connsiteX1" fmla="*/ 23150 w 46299"/>
                <a:gd name="connsiteY1" fmla="*/ 139117 h 139116"/>
                <a:gd name="connsiteX2" fmla="*/ 0 w 46299"/>
                <a:gd name="connsiteY2" fmla="*/ 116089 h 139116"/>
                <a:gd name="connsiteX3" fmla="*/ 0 w 46299"/>
                <a:gd name="connsiteY3" fmla="*/ 23123 h 139116"/>
                <a:gd name="connsiteX4" fmla="*/ 23150 w 46299"/>
                <a:gd name="connsiteY4" fmla="*/ 0 h 139116"/>
                <a:gd name="connsiteX5" fmla="*/ 23150 w 46299"/>
                <a:gd name="connsiteY5" fmla="*/ 0 h 139116"/>
                <a:gd name="connsiteX6" fmla="*/ 46300 w 46299"/>
                <a:gd name="connsiteY6" fmla="*/ 23123 h 139116"/>
                <a:gd name="connsiteX7" fmla="*/ 46300 w 46299"/>
                <a:gd name="connsiteY7" fmla="*/ 116089 h 139116"/>
                <a:gd name="connsiteX8" fmla="*/ 23150 w 46299"/>
                <a:gd name="connsiteY8" fmla="*/ 139117 h 13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9" h="139116" extrusionOk="0">
                  <a:moveTo>
                    <a:pt x="23150" y="139117"/>
                  </a:moveTo>
                  <a:lnTo>
                    <a:pt x="23150" y="139117"/>
                  </a:lnTo>
                  <a:cubicBezTo>
                    <a:pt x="10438" y="139117"/>
                    <a:pt x="104" y="128838"/>
                    <a:pt x="0" y="116089"/>
                  </a:cubicBezTo>
                  <a:lnTo>
                    <a:pt x="0" y="23123"/>
                  </a:lnTo>
                  <a:cubicBezTo>
                    <a:pt x="52" y="10337"/>
                    <a:pt x="10402" y="0"/>
                    <a:pt x="23150" y="0"/>
                  </a:cubicBezTo>
                  <a:lnTo>
                    <a:pt x="23150" y="0"/>
                  </a:lnTo>
                  <a:cubicBezTo>
                    <a:pt x="35898" y="0"/>
                    <a:pt x="46247" y="10337"/>
                    <a:pt x="46300" y="23123"/>
                  </a:cubicBezTo>
                  <a:lnTo>
                    <a:pt x="46300" y="116089"/>
                  </a:lnTo>
                  <a:cubicBezTo>
                    <a:pt x="46196" y="128838"/>
                    <a:pt x="35861" y="139117"/>
                    <a:pt x="23150" y="1391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>
                <a:latin typeface="Arial"/>
              </a:endParaRPr>
            </a:p>
          </p:txBody>
        </p:sp>
        <p:sp>
          <p:nvSpPr>
            <p:cNvPr id="12" name="Freeform 18"/>
            <p:cNvSpPr/>
            <p:nvPr/>
          </p:nvSpPr>
          <p:spPr bwMode="auto">
            <a:xfrm>
              <a:off x="5675994" y="2540036"/>
              <a:ext cx="66286" cy="567504"/>
            </a:xfrm>
            <a:custGeom>
              <a:avLst/>
              <a:gdLst>
                <a:gd name="connsiteX0" fmla="*/ 21632 w 43168"/>
                <a:gd name="connsiteY0" fmla="*/ 369583 h 369582"/>
                <a:gd name="connsiteX1" fmla="*/ 21632 w 43168"/>
                <a:gd name="connsiteY1" fmla="*/ 369583 h 369582"/>
                <a:gd name="connsiteX2" fmla="*/ 0 w 43168"/>
                <a:gd name="connsiteY2" fmla="*/ 347887 h 369582"/>
                <a:gd name="connsiteX3" fmla="*/ 0 w 43168"/>
                <a:gd name="connsiteY3" fmla="*/ 21600 h 369582"/>
                <a:gd name="connsiteX4" fmla="*/ 21632 w 43168"/>
                <a:gd name="connsiteY4" fmla="*/ 0 h 369582"/>
                <a:gd name="connsiteX5" fmla="*/ 21632 w 43168"/>
                <a:gd name="connsiteY5" fmla="*/ 0 h 369582"/>
                <a:gd name="connsiteX6" fmla="*/ 43169 w 43168"/>
                <a:gd name="connsiteY6" fmla="*/ 21600 h 369582"/>
                <a:gd name="connsiteX7" fmla="*/ 43169 w 43168"/>
                <a:gd name="connsiteY7" fmla="*/ 347887 h 369582"/>
                <a:gd name="connsiteX8" fmla="*/ 21632 w 43168"/>
                <a:gd name="connsiteY8" fmla="*/ 369583 h 369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168" h="369582" extrusionOk="0">
                  <a:moveTo>
                    <a:pt x="21632" y="369583"/>
                  </a:moveTo>
                  <a:lnTo>
                    <a:pt x="21632" y="369583"/>
                  </a:lnTo>
                  <a:cubicBezTo>
                    <a:pt x="9707" y="369531"/>
                    <a:pt x="52" y="359848"/>
                    <a:pt x="0" y="347887"/>
                  </a:cubicBezTo>
                  <a:lnTo>
                    <a:pt x="0" y="21600"/>
                  </a:lnTo>
                  <a:cubicBezTo>
                    <a:pt x="52" y="9655"/>
                    <a:pt x="9722" y="0"/>
                    <a:pt x="21632" y="0"/>
                  </a:cubicBezTo>
                  <a:lnTo>
                    <a:pt x="21632" y="0"/>
                  </a:lnTo>
                  <a:cubicBezTo>
                    <a:pt x="33526" y="0"/>
                    <a:pt x="43169" y="9671"/>
                    <a:pt x="43169" y="21600"/>
                  </a:cubicBezTo>
                  <a:lnTo>
                    <a:pt x="43169" y="347887"/>
                  </a:lnTo>
                  <a:cubicBezTo>
                    <a:pt x="43169" y="359832"/>
                    <a:pt x="33542" y="369531"/>
                    <a:pt x="21632" y="36958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>
                <a:latin typeface="Arial"/>
              </a:endParaRPr>
            </a:p>
          </p:txBody>
        </p:sp>
      </p:grpSp>
      <p:sp>
        <p:nvSpPr>
          <p:cNvPr id="1400405793" name="Freeform 15"/>
          <p:cNvSpPr>
            <a:spLocks noGrp="1"/>
          </p:cNvSpPr>
          <p:nvPr>
            <p:ph type="pic" sz="quarter" idx="10"/>
          </p:nvPr>
        </p:nvSpPr>
        <p:spPr bwMode="auto">
          <a:xfrm>
            <a:off x="3452103" y="1558445"/>
            <a:ext cx="2099330" cy="4597906"/>
          </a:xfrm>
          <a:custGeom>
            <a:avLst/>
            <a:gdLst>
              <a:gd name="connsiteX0" fmla="*/ 218529 w 2099330"/>
              <a:gd name="connsiteY0" fmla="*/ 0 h 4597906"/>
              <a:gd name="connsiteX1" fmla="*/ 411270 w 2099330"/>
              <a:gd name="connsiteY1" fmla="*/ 0 h 4597906"/>
              <a:gd name="connsiteX2" fmla="*/ 451489 w 2099330"/>
              <a:gd name="connsiteY2" fmla="*/ 40319 h 4597906"/>
              <a:gd name="connsiteX3" fmla="*/ 451479 w 2099330"/>
              <a:gd name="connsiteY3" fmla="*/ 41205 h 4597906"/>
              <a:gd name="connsiteX4" fmla="*/ 578809 w 2099330"/>
              <a:gd name="connsiteY4" fmla="*/ 167884 h 4597906"/>
              <a:gd name="connsiteX5" fmla="*/ 1525765 w 2099330"/>
              <a:gd name="connsiteY5" fmla="*/ 167884 h 4597906"/>
              <a:gd name="connsiteX6" fmla="*/ 1652512 w 2099330"/>
              <a:gd name="connsiteY6" fmla="*/ 41205 h 4597906"/>
              <a:gd name="connsiteX7" fmla="*/ 1692722 w 2099330"/>
              <a:gd name="connsiteY7" fmla="*/ 731 h 4597906"/>
              <a:gd name="connsiteX8" fmla="*/ 1882112 w 2099330"/>
              <a:gd name="connsiteY8" fmla="*/ 731 h 4597906"/>
              <a:gd name="connsiteX9" fmla="*/ 2099330 w 2099330"/>
              <a:gd name="connsiteY9" fmla="*/ 218440 h 4597906"/>
              <a:gd name="connsiteX10" fmla="*/ 2099330 w 2099330"/>
              <a:gd name="connsiteY10" fmla="*/ 4378735 h 4597906"/>
              <a:gd name="connsiteX11" fmla="*/ 1880801 w 2099330"/>
              <a:gd name="connsiteY11" fmla="*/ 4597906 h 4597906"/>
              <a:gd name="connsiteX12" fmla="*/ 217800 w 2099330"/>
              <a:gd name="connsiteY12" fmla="*/ 4597906 h 4597906"/>
              <a:gd name="connsiteX13" fmla="*/ 0 w 2099330"/>
              <a:gd name="connsiteY13" fmla="*/ 4378735 h 4597906"/>
              <a:gd name="connsiteX14" fmla="*/ 0 w 2099330"/>
              <a:gd name="connsiteY14" fmla="*/ 218440 h 4597906"/>
              <a:gd name="connsiteX15" fmla="*/ 218529 w 2099330"/>
              <a:gd name="connsiteY15" fmla="*/ 0 h 459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99330" h="4597906" extrusionOk="0">
                <a:moveTo>
                  <a:pt x="218529" y="0"/>
                </a:moveTo>
                <a:lnTo>
                  <a:pt x="411270" y="0"/>
                </a:lnTo>
                <a:cubicBezTo>
                  <a:pt x="433477" y="-4"/>
                  <a:pt x="451484" y="18046"/>
                  <a:pt x="451489" y="40319"/>
                </a:cubicBezTo>
                <a:cubicBezTo>
                  <a:pt x="451489" y="40613"/>
                  <a:pt x="451486" y="40908"/>
                  <a:pt x="451479" y="41205"/>
                </a:cubicBezTo>
                <a:cubicBezTo>
                  <a:pt x="451880" y="111400"/>
                  <a:pt x="508818" y="168047"/>
                  <a:pt x="578809" y="167884"/>
                </a:cubicBezTo>
                <a:lnTo>
                  <a:pt x="1525765" y="167884"/>
                </a:lnTo>
                <a:cubicBezTo>
                  <a:pt x="1595529" y="167726"/>
                  <a:pt x="1652112" y="111172"/>
                  <a:pt x="1652512" y="41205"/>
                </a:cubicBezTo>
                <a:cubicBezTo>
                  <a:pt x="1652512" y="18909"/>
                  <a:pt x="1670490" y="811"/>
                  <a:pt x="1692722" y="731"/>
                </a:cubicBezTo>
                <a:lnTo>
                  <a:pt x="1882112" y="731"/>
                </a:lnTo>
                <a:cubicBezTo>
                  <a:pt x="2001724" y="1448"/>
                  <a:pt x="2098534" y="98478"/>
                  <a:pt x="2099330" y="218440"/>
                </a:cubicBezTo>
                <a:lnTo>
                  <a:pt x="2099330" y="4378735"/>
                </a:lnTo>
                <a:cubicBezTo>
                  <a:pt x="2099330" y="4499779"/>
                  <a:pt x="2001491" y="4597906"/>
                  <a:pt x="1880801" y="4597906"/>
                </a:cubicBezTo>
                <a:lnTo>
                  <a:pt x="217800" y="4597906"/>
                </a:lnTo>
                <a:cubicBezTo>
                  <a:pt x="97394" y="4597502"/>
                  <a:pt x="0" y="4499494"/>
                  <a:pt x="0" y="4378735"/>
                </a:cubicBezTo>
                <a:lnTo>
                  <a:pt x="0" y="218440"/>
                </a:lnTo>
                <a:cubicBezTo>
                  <a:pt x="401" y="97681"/>
                  <a:pt x="98122" y="0"/>
                  <a:pt x="21852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55091344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91266008" name="Group 5"/>
          <p:cNvGrpSpPr/>
          <p:nvPr userDrawn="1"/>
        </p:nvGrpSpPr>
        <p:grpSpPr bwMode="auto">
          <a:xfrm>
            <a:off x="6885587" y="3841167"/>
            <a:ext cx="1847512" cy="1847512"/>
            <a:chOff x="5065882" y="215651"/>
            <a:chExt cx="1847512" cy="1847512"/>
          </a:xfrm>
        </p:grpSpPr>
        <p:sp>
          <p:nvSpPr>
            <p:cNvPr id="7" name="Oval 6"/>
            <p:cNvSpPr/>
            <p:nvPr/>
          </p:nvSpPr>
          <p:spPr bwMode="auto">
            <a:xfrm>
              <a:off x="5065882" y="215651"/>
              <a:ext cx="1847512" cy="18475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5065882" y="215651"/>
              <a:ext cx="1847512" cy="18475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</p:grpSp>
      <p:grpSp>
        <p:nvGrpSpPr>
          <p:cNvPr id="611281582" name="Group 8"/>
          <p:cNvGrpSpPr/>
          <p:nvPr userDrawn="1"/>
        </p:nvGrpSpPr>
        <p:grpSpPr bwMode="auto">
          <a:xfrm>
            <a:off x="6885587" y="1508307"/>
            <a:ext cx="1847512" cy="1847512"/>
            <a:chOff x="5065882" y="215651"/>
            <a:chExt cx="1847512" cy="1847512"/>
          </a:xfrm>
        </p:grpSpPr>
        <p:sp>
          <p:nvSpPr>
            <p:cNvPr id="10" name="Oval 9"/>
            <p:cNvSpPr/>
            <p:nvPr/>
          </p:nvSpPr>
          <p:spPr bwMode="auto">
            <a:xfrm>
              <a:off x="5065882" y="215651"/>
              <a:ext cx="1847512" cy="18475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5065882" y="215651"/>
              <a:ext cx="1847512" cy="184751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</p:grpSp>
      <p:sp>
        <p:nvSpPr>
          <p:cNvPr id="663208206" name="Freeform 15"/>
          <p:cNvSpPr>
            <a:spLocks noGrp="1"/>
          </p:cNvSpPr>
          <p:nvPr>
            <p:ph type="pic" sz="quarter" idx="10"/>
          </p:nvPr>
        </p:nvSpPr>
        <p:spPr bwMode="auto">
          <a:xfrm>
            <a:off x="7045690" y="1668410"/>
            <a:ext cx="1527306" cy="1527306"/>
          </a:xfrm>
          <a:custGeom>
            <a:avLst/>
            <a:gdLst>
              <a:gd name="connsiteX0" fmla="*/ 763653 w 1527306"/>
              <a:gd name="connsiteY0" fmla="*/ 0 h 1527306"/>
              <a:gd name="connsiteX1" fmla="*/ 1527306 w 1527306"/>
              <a:gd name="connsiteY1" fmla="*/ 763653 h 1527306"/>
              <a:gd name="connsiteX2" fmla="*/ 763653 w 1527306"/>
              <a:gd name="connsiteY2" fmla="*/ 1527306 h 1527306"/>
              <a:gd name="connsiteX3" fmla="*/ 0 w 1527306"/>
              <a:gd name="connsiteY3" fmla="*/ 763653 h 1527306"/>
              <a:gd name="connsiteX4" fmla="*/ 763653 w 1527306"/>
              <a:gd name="connsiteY4" fmla="*/ 0 h 152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306" h="1527306" extrusionOk="0">
                <a:moveTo>
                  <a:pt x="763653" y="0"/>
                </a:moveTo>
                <a:cubicBezTo>
                  <a:pt x="1185407" y="0"/>
                  <a:pt x="1527306" y="341899"/>
                  <a:pt x="1527306" y="763653"/>
                </a:cubicBezTo>
                <a:cubicBezTo>
                  <a:pt x="1527306" y="1185407"/>
                  <a:pt x="1185407" y="1527306"/>
                  <a:pt x="763653" y="1527306"/>
                </a:cubicBezTo>
                <a:cubicBezTo>
                  <a:pt x="341899" y="1527306"/>
                  <a:pt x="0" y="1185407"/>
                  <a:pt x="0" y="763653"/>
                </a:cubicBezTo>
                <a:cubicBezTo>
                  <a:pt x="0" y="341899"/>
                  <a:pt x="341899" y="0"/>
                  <a:pt x="76365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199605018" name="Freeform 18"/>
          <p:cNvSpPr>
            <a:spLocks noGrp="1"/>
          </p:cNvSpPr>
          <p:nvPr>
            <p:ph type="pic" sz="quarter" idx="11"/>
          </p:nvPr>
        </p:nvSpPr>
        <p:spPr bwMode="auto">
          <a:xfrm>
            <a:off x="7045689" y="4001269"/>
            <a:ext cx="1527306" cy="1527306"/>
          </a:xfrm>
          <a:custGeom>
            <a:avLst/>
            <a:gdLst>
              <a:gd name="connsiteX0" fmla="*/ 763653 w 1527306"/>
              <a:gd name="connsiteY0" fmla="*/ 0 h 1527306"/>
              <a:gd name="connsiteX1" fmla="*/ 1527306 w 1527306"/>
              <a:gd name="connsiteY1" fmla="*/ 763653 h 1527306"/>
              <a:gd name="connsiteX2" fmla="*/ 763653 w 1527306"/>
              <a:gd name="connsiteY2" fmla="*/ 1527306 h 1527306"/>
              <a:gd name="connsiteX3" fmla="*/ 0 w 1527306"/>
              <a:gd name="connsiteY3" fmla="*/ 763653 h 1527306"/>
              <a:gd name="connsiteX4" fmla="*/ 763653 w 1527306"/>
              <a:gd name="connsiteY4" fmla="*/ 0 h 1527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306" h="1527306" extrusionOk="0">
                <a:moveTo>
                  <a:pt x="763653" y="0"/>
                </a:moveTo>
                <a:cubicBezTo>
                  <a:pt x="1185407" y="0"/>
                  <a:pt x="1527306" y="341899"/>
                  <a:pt x="1527306" y="763653"/>
                </a:cubicBezTo>
                <a:cubicBezTo>
                  <a:pt x="1527306" y="1185407"/>
                  <a:pt x="1185407" y="1527306"/>
                  <a:pt x="763653" y="1527306"/>
                </a:cubicBezTo>
                <a:cubicBezTo>
                  <a:pt x="341899" y="1527306"/>
                  <a:pt x="0" y="1185407"/>
                  <a:pt x="0" y="763653"/>
                </a:cubicBezTo>
                <a:cubicBezTo>
                  <a:pt x="0" y="341899"/>
                  <a:pt x="341899" y="0"/>
                  <a:pt x="76365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842774856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203384" name="Picture Placeholder 8"/>
          <p:cNvSpPr>
            <a:spLocks noGrp="1"/>
          </p:cNvSpPr>
          <p:nvPr userDrawn="1">
            <p:ph type="pic" sz="quarter" idx="21"/>
          </p:nvPr>
        </p:nvSpPr>
        <p:spPr bwMode="auto">
          <a:xfrm>
            <a:off x="9422599" y="2097853"/>
            <a:ext cx="1904400" cy="1904400"/>
          </a:xfrm>
          <a:prstGeom prst="ellipse">
            <a:avLst/>
          </a:pr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ID"/>
          </a:p>
        </p:txBody>
      </p:sp>
      <p:sp>
        <p:nvSpPr>
          <p:cNvPr id="1172890432" name="Picture Placeholder 8"/>
          <p:cNvSpPr>
            <a:spLocks noGrp="1"/>
          </p:cNvSpPr>
          <p:nvPr userDrawn="1">
            <p:ph type="pic" sz="quarter" idx="18"/>
          </p:nvPr>
        </p:nvSpPr>
        <p:spPr bwMode="auto">
          <a:xfrm>
            <a:off x="864401" y="2097853"/>
            <a:ext cx="1904400" cy="1904400"/>
          </a:xfrm>
          <a:prstGeom prst="ellipse">
            <a:avLst/>
          </a:pr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ID"/>
          </a:p>
        </p:txBody>
      </p:sp>
      <p:sp>
        <p:nvSpPr>
          <p:cNvPr id="1135873027" name="Picture Placeholder 8"/>
          <p:cNvSpPr>
            <a:spLocks noGrp="1"/>
          </p:cNvSpPr>
          <p:nvPr userDrawn="1">
            <p:ph type="pic" sz="quarter" idx="19"/>
          </p:nvPr>
        </p:nvSpPr>
        <p:spPr bwMode="auto">
          <a:xfrm>
            <a:off x="3717134" y="2097853"/>
            <a:ext cx="1904400" cy="1904400"/>
          </a:xfrm>
          <a:prstGeom prst="ellipse">
            <a:avLst/>
          </a:pr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ID"/>
          </a:p>
        </p:txBody>
      </p:sp>
      <p:sp>
        <p:nvSpPr>
          <p:cNvPr id="1796504375" name="Picture Placeholder 8"/>
          <p:cNvSpPr>
            <a:spLocks noGrp="1"/>
          </p:cNvSpPr>
          <p:nvPr userDrawn="1">
            <p:ph type="pic" sz="quarter" idx="20"/>
          </p:nvPr>
        </p:nvSpPr>
        <p:spPr bwMode="auto">
          <a:xfrm>
            <a:off x="6569867" y="2097853"/>
            <a:ext cx="1904400" cy="1904400"/>
          </a:xfrm>
          <a:prstGeom prst="ellipse">
            <a:avLst/>
          </a:pr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ID"/>
          </a:p>
        </p:txBody>
      </p:sp>
      <p:pic>
        <p:nvPicPr>
          <p:cNvPr id="796313512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0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5742497" name="Group 8"/>
          <p:cNvGrpSpPr/>
          <p:nvPr userDrawn="1"/>
        </p:nvGrpSpPr>
        <p:grpSpPr bwMode="auto">
          <a:xfrm>
            <a:off x="4238836" y="1705561"/>
            <a:ext cx="3447561" cy="3446878"/>
            <a:chOff x="4238836" y="1705561"/>
            <a:chExt cx="3447561" cy="3446878"/>
          </a:xfrm>
        </p:grpSpPr>
        <p:sp>
          <p:nvSpPr>
            <p:cNvPr id="5" name="Oval 4"/>
            <p:cNvSpPr/>
            <p:nvPr/>
          </p:nvSpPr>
          <p:spPr bwMode="auto">
            <a:xfrm>
              <a:off x="4239519" y="1705561"/>
              <a:ext cx="3446878" cy="3446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4238836" y="1705561"/>
              <a:ext cx="3446878" cy="3446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</p:grpSp>
      <p:sp>
        <p:nvSpPr>
          <p:cNvPr id="1667168567" name="Picture Placeholder 8"/>
          <p:cNvSpPr>
            <a:spLocks noGrp="1"/>
          </p:cNvSpPr>
          <p:nvPr userDrawn="1">
            <p:ph type="pic" sz="quarter" idx="12"/>
          </p:nvPr>
        </p:nvSpPr>
        <p:spPr bwMode="auto">
          <a:xfrm>
            <a:off x="4448923" y="1904530"/>
            <a:ext cx="3027600" cy="3027600"/>
          </a:xfrm>
          <a:prstGeom prst="ellipse">
            <a:avLst/>
          </a:pr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ID"/>
          </a:p>
        </p:txBody>
      </p:sp>
      <p:pic>
        <p:nvPicPr>
          <p:cNvPr id="774474447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7749800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  <p:pic>
        <p:nvPicPr>
          <p:cNvPr id="1803982041" name="Picture 2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15911" y="4008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2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0541756" name="Group 5"/>
          <p:cNvGrpSpPr/>
          <p:nvPr userDrawn="1"/>
        </p:nvGrpSpPr>
        <p:grpSpPr bwMode="auto">
          <a:xfrm>
            <a:off x="2332874" y="0"/>
            <a:ext cx="7526252" cy="3099940"/>
            <a:chOff x="2344952" y="0"/>
            <a:chExt cx="7526252" cy="3099940"/>
          </a:xfrm>
        </p:grpSpPr>
        <p:sp>
          <p:nvSpPr>
            <p:cNvPr id="7" name="Round Same Side Corner Rectangle 6"/>
            <p:cNvSpPr/>
            <p:nvPr/>
          </p:nvSpPr>
          <p:spPr bwMode="auto">
            <a:xfrm rot="10800000">
              <a:off x="2344952" y="0"/>
              <a:ext cx="7526252" cy="309994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  <p:sp>
          <p:nvSpPr>
            <p:cNvPr id="8" name="Round Same Side Corner Rectangle 7"/>
            <p:cNvSpPr/>
            <p:nvPr/>
          </p:nvSpPr>
          <p:spPr bwMode="auto">
            <a:xfrm rot="10800000">
              <a:off x="2344952" y="0"/>
              <a:ext cx="7526252" cy="309994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</p:grpSp>
      <p:grpSp>
        <p:nvGrpSpPr>
          <p:cNvPr id="1922638403" name="Group 8"/>
          <p:cNvGrpSpPr/>
          <p:nvPr userDrawn="1"/>
        </p:nvGrpSpPr>
        <p:grpSpPr bwMode="auto">
          <a:xfrm>
            <a:off x="3246470" y="2694880"/>
            <a:ext cx="5699059" cy="3304209"/>
            <a:chOff x="2754702" y="2072710"/>
            <a:chExt cx="6718944" cy="3895519"/>
          </a:xfrm>
        </p:grpSpPr>
        <p:sp>
          <p:nvSpPr>
            <p:cNvPr id="10" name="Freeform: Shape 22"/>
            <p:cNvSpPr/>
            <p:nvPr/>
          </p:nvSpPr>
          <p:spPr bwMode="auto">
            <a:xfrm>
              <a:off x="3375817" y="2072710"/>
              <a:ext cx="5475572" cy="3738370"/>
            </a:xfrm>
            <a:custGeom>
              <a:avLst/>
              <a:gdLst>
                <a:gd name="connsiteX0" fmla="*/ 127489 w 5475572"/>
                <a:gd name="connsiteY0" fmla="*/ 181742 h 3738370"/>
                <a:gd name="connsiteX1" fmla="*/ 127489 w 5475572"/>
                <a:gd name="connsiteY1" fmla="*/ 3506692 h 3738370"/>
                <a:gd name="connsiteX2" fmla="*/ 5358608 w 5475572"/>
                <a:gd name="connsiteY2" fmla="*/ 3506692 h 3738370"/>
                <a:gd name="connsiteX3" fmla="*/ 5358608 w 5475572"/>
                <a:gd name="connsiteY3" fmla="*/ 181742 h 3738370"/>
                <a:gd name="connsiteX4" fmla="*/ 178993 w 5475572"/>
                <a:gd name="connsiteY4" fmla="*/ 0 h 3738370"/>
                <a:gd name="connsiteX5" fmla="*/ 5296579 w 5475572"/>
                <a:gd name="connsiteY5" fmla="*/ 0 h 3738370"/>
                <a:gd name="connsiteX6" fmla="*/ 5475572 w 5475572"/>
                <a:gd name="connsiteY6" fmla="*/ 178993 h 3738370"/>
                <a:gd name="connsiteX7" fmla="*/ 5475572 w 5475572"/>
                <a:gd name="connsiteY7" fmla="*/ 3738370 h 3738370"/>
                <a:gd name="connsiteX8" fmla="*/ 0 w 5475572"/>
                <a:gd name="connsiteY8" fmla="*/ 3738370 h 3738370"/>
                <a:gd name="connsiteX9" fmla="*/ 0 w 5475572"/>
                <a:gd name="connsiteY9" fmla="*/ 178993 h 3738370"/>
                <a:gd name="connsiteX10" fmla="*/ 178993 w 5475572"/>
                <a:gd name="connsiteY10" fmla="*/ 0 h 373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75572" h="3738370" extrusionOk="0">
                  <a:moveTo>
                    <a:pt x="127489" y="181742"/>
                  </a:moveTo>
                  <a:lnTo>
                    <a:pt x="127489" y="3506692"/>
                  </a:lnTo>
                  <a:lnTo>
                    <a:pt x="5358608" y="3506692"/>
                  </a:lnTo>
                  <a:lnTo>
                    <a:pt x="5358608" y="181742"/>
                  </a:lnTo>
                  <a:close/>
                  <a:moveTo>
                    <a:pt x="178993" y="0"/>
                  </a:moveTo>
                  <a:lnTo>
                    <a:pt x="5296579" y="0"/>
                  </a:lnTo>
                  <a:cubicBezTo>
                    <a:pt x="5395434" y="0"/>
                    <a:pt x="5475572" y="80138"/>
                    <a:pt x="5475572" y="178993"/>
                  </a:cubicBezTo>
                  <a:lnTo>
                    <a:pt x="5475572" y="3738370"/>
                  </a:lnTo>
                  <a:lnTo>
                    <a:pt x="0" y="3738370"/>
                  </a:lnTo>
                  <a:lnTo>
                    <a:pt x="0" y="178993"/>
                  </a:lnTo>
                  <a:cubicBezTo>
                    <a:pt x="0" y="80138"/>
                    <a:pt x="80138" y="0"/>
                    <a:pt x="178993" y="0"/>
                  </a:cubicBezTo>
                  <a:close/>
                </a:path>
              </a:pathLst>
            </a:custGeom>
            <a:gradFill>
              <a:gsLst>
                <a:gs pos="0">
                  <a:srgbClr val="BABABA"/>
                </a:gs>
                <a:gs pos="54000">
                  <a:srgbClr val="D3D3D3"/>
                </a:gs>
                <a:gs pos="100000">
                  <a:srgbClr val="BABAB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  <p:grpSp>
          <p:nvGrpSpPr>
            <p:cNvPr id="11" name="Group 10"/>
            <p:cNvGrpSpPr/>
            <p:nvPr/>
          </p:nvGrpSpPr>
          <p:grpSpPr bwMode="auto">
            <a:xfrm>
              <a:off x="3404391" y="2100173"/>
              <a:ext cx="5419566" cy="3654696"/>
              <a:chOff x="7269480" y="777828"/>
              <a:chExt cx="4262120" cy="2874170"/>
            </a:xfrm>
          </p:grpSpPr>
          <p:sp>
            <p:nvSpPr>
              <p:cNvPr id="17" name="Freeform: Shape 37"/>
              <p:cNvSpPr/>
              <p:nvPr/>
            </p:nvSpPr>
            <p:spPr bwMode="auto">
              <a:xfrm>
                <a:off x="7269480" y="777828"/>
                <a:ext cx="4262120" cy="2874169"/>
              </a:xfrm>
              <a:custGeom>
                <a:avLst/>
                <a:gdLst>
                  <a:gd name="connsiteX0" fmla="*/ 144545 w 4262120"/>
                  <a:gd name="connsiteY0" fmla="*/ 0 h 2874169"/>
                  <a:gd name="connsiteX1" fmla="*/ 4117575 w 4262120"/>
                  <a:gd name="connsiteY1" fmla="*/ 0 h 2874169"/>
                  <a:gd name="connsiteX2" fmla="*/ 4262120 w 4262120"/>
                  <a:gd name="connsiteY2" fmla="*/ 144545 h 2874169"/>
                  <a:gd name="connsiteX3" fmla="*/ 4262120 w 4262120"/>
                  <a:gd name="connsiteY3" fmla="*/ 2869324 h 2874169"/>
                  <a:gd name="connsiteX4" fmla="*/ 4261142 w 4262120"/>
                  <a:gd name="connsiteY4" fmla="*/ 2874169 h 2874169"/>
                  <a:gd name="connsiteX5" fmla="*/ 978 w 4262120"/>
                  <a:gd name="connsiteY5" fmla="*/ 2874169 h 2874169"/>
                  <a:gd name="connsiteX6" fmla="*/ 0 w 4262120"/>
                  <a:gd name="connsiteY6" fmla="*/ 2869324 h 2874169"/>
                  <a:gd name="connsiteX7" fmla="*/ 0 w 4262120"/>
                  <a:gd name="connsiteY7" fmla="*/ 144545 h 2874169"/>
                  <a:gd name="connsiteX8" fmla="*/ 144545 w 4262120"/>
                  <a:gd name="connsiteY8" fmla="*/ 0 h 2874169"/>
                  <a:gd name="connsiteX9" fmla="*/ 107633 w 4262120"/>
                  <a:gd name="connsiteY9" fmla="*/ 197644 h 2874169"/>
                  <a:gd name="connsiteX10" fmla="*/ 107633 w 4262120"/>
                  <a:gd name="connsiteY10" fmla="*/ 2717007 h 2874169"/>
                  <a:gd name="connsiteX11" fmla="*/ 4135120 w 4262120"/>
                  <a:gd name="connsiteY11" fmla="*/ 2717007 h 2874169"/>
                  <a:gd name="connsiteX12" fmla="*/ 4135120 w 4262120"/>
                  <a:gd name="connsiteY12" fmla="*/ 197644 h 2874169"/>
                  <a:gd name="connsiteX13" fmla="*/ 107633 w 4262120"/>
                  <a:gd name="connsiteY13" fmla="*/ 197644 h 2874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262120" h="2874169" extrusionOk="0">
                    <a:moveTo>
                      <a:pt x="144545" y="0"/>
                    </a:moveTo>
                    <a:lnTo>
                      <a:pt x="4117575" y="0"/>
                    </a:lnTo>
                    <a:cubicBezTo>
                      <a:pt x="4197405" y="0"/>
                      <a:pt x="4262120" y="64715"/>
                      <a:pt x="4262120" y="144545"/>
                    </a:cubicBezTo>
                    <a:lnTo>
                      <a:pt x="4262120" y="2869324"/>
                    </a:lnTo>
                    <a:lnTo>
                      <a:pt x="4261142" y="2874169"/>
                    </a:lnTo>
                    <a:lnTo>
                      <a:pt x="978" y="2874169"/>
                    </a:lnTo>
                    <a:lnTo>
                      <a:pt x="0" y="2869324"/>
                    </a:lnTo>
                    <a:lnTo>
                      <a:pt x="0" y="144545"/>
                    </a:lnTo>
                    <a:cubicBezTo>
                      <a:pt x="0" y="64715"/>
                      <a:pt x="64715" y="0"/>
                      <a:pt x="144545" y="0"/>
                    </a:cubicBezTo>
                    <a:close/>
                    <a:moveTo>
                      <a:pt x="107633" y="197644"/>
                    </a:moveTo>
                    <a:lnTo>
                      <a:pt x="107633" y="2717007"/>
                    </a:lnTo>
                    <a:lnTo>
                      <a:pt x="4135120" y="2717007"/>
                    </a:lnTo>
                    <a:lnTo>
                      <a:pt x="4135120" y="197644"/>
                    </a:lnTo>
                    <a:lnTo>
                      <a:pt x="107633" y="19764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 bwMode="auto">
              <a:xfrm>
                <a:off x="7269480" y="3575799"/>
                <a:ext cx="4262120" cy="762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 bwMode="auto">
            <a:xfrm>
              <a:off x="2754702" y="5755476"/>
              <a:ext cx="6718944" cy="212753"/>
              <a:chOff x="6758544" y="3652476"/>
              <a:chExt cx="5283992" cy="167316"/>
            </a:xfrm>
          </p:grpSpPr>
          <p:sp>
            <p:nvSpPr>
              <p:cNvPr id="14" name="Freeform: Shape 31"/>
              <p:cNvSpPr/>
              <p:nvPr/>
            </p:nvSpPr>
            <p:spPr bwMode="auto">
              <a:xfrm>
                <a:off x="6758544" y="3652476"/>
                <a:ext cx="5283992" cy="105523"/>
              </a:xfrm>
              <a:custGeom>
                <a:avLst/>
                <a:gdLst>
                  <a:gd name="connsiteX0" fmla="*/ 5283873 w 5283992"/>
                  <a:gd name="connsiteY0" fmla="*/ 88224 h 105523"/>
                  <a:gd name="connsiteX1" fmla="*/ 5278842 w 5283992"/>
                  <a:gd name="connsiteY1" fmla="*/ 100372 h 105523"/>
                  <a:gd name="connsiteX2" fmla="*/ 5266405 w 5283992"/>
                  <a:gd name="connsiteY2" fmla="*/ 105523 h 105523"/>
                  <a:gd name="connsiteX3" fmla="*/ 5262906 w 5283992"/>
                  <a:gd name="connsiteY3" fmla="*/ 105523 h 105523"/>
                  <a:gd name="connsiteX4" fmla="*/ 17588 w 5283992"/>
                  <a:gd name="connsiteY4" fmla="*/ 0 h 105523"/>
                  <a:gd name="connsiteX5" fmla="*/ 5266404 w 5283992"/>
                  <a:gd name="connsiteY5" fmla="*/ 0 h 105523"/>
                  <a:gd name="connsiteX6" fmla="*/ 5283992 w 5283992"/>
                  <a:gd name="connsiteY6" fmla="*/ 17588 h 105523"/>
                  <a:gd name="connsiteX7" fmla="*/ 5283992 w 5283992"/>
                  <a:gd name="connsiteY7" fmla="*/ 87935 h 105523"/>
                  <a:gd name="connsiteX8" fmla="*/ 5283872 w 5283992"/>
                  <a:gd name="connsiteY8" fmla="*/ 88224 h 105523"/>
                  <a:gd name="connsiteX9" fmla="*/ 5262905 w 5283992"/>
                  <a:gd name="connsiteY9" fmla="*/ 105523 h 105523"/>
                  <a:gd name="connsiteX10" fmla="*/ 21086 w 5283992"/>
                  <a:gd name="connsiteY10" fmla="*/ 105523 h 105523"/>
                  <a:gd name="connsiteX11" fmla="*/ 17588 w 5283992"/>
                  <a:gd name="connsiteY11" fmla="*/ 105523 h 105523"/>
                  <a:gd name="connsiteX12" fmla="*/ 5151 w 5283992"/>
                  <a:gd name="connsiteY12" fmla="*/ 100372 h 105523"/>
                  <a:gd name="connsiteX13" fmla="*/ 121 w 5283992"/>
                  <a:gd name="connsiteY13" fmla="*/ 88226 h 105523"/>
                  <a:gd name="connsiteX14" fmla="*/ 0 w 5283992"/>
                  <a:gd name="connsiteY14" fmla="*/ 87935 h 105523"/>
                  <a:gd name="connsiteX15" fmla="*/ 0 w 5283992"/>
                  <a:gd name="connsiteY15" fmla="*/ 17588 h 105523"/>
                  <a:gd name="connsiteX16" fmla="*/ 17588 w 5283992"/>
                  <a:gd name="connsiteY16" fmla="*/ 0 h 105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83992" h="105523" extrusionOk="0">
                    <a:moveTo>
                      <a:pt x="5283873" y="88224"/>
                    </a:moveTo>
                    <a:lnTo>
                      <a:pt x="5278842" y="100372"/>
                    </a:lnTo>
                    <a:cubicBezTo>
                      <a:pt x="5275659" y="103555"/>
                      <a:pt x="5271262" y="105523"/>
                      <a:pt x="5266405" y="105523"/>
                    </a:cubicBezTo>
                    <a:lnTo>
                      <a:pt x="5262906" y="105523"/>
                    </a:lnTo>
                    <a:close/>
                    <a:moveTo>
                      <a:pt x="17588" y="0"/>
                    </a:moveTo>
                    <a:lnTo>
                      <a:pt x="5266404" y="0"/>
                    </a:lnTo>
                    <a:cubicBezTo>
                      <a:pt x="5276118" y="0"/>
                      <a:pt x="5283992" y="7874"/>
                      <a:pt x="5283992" y="17588"/>
                    </a:cubicBezTo>
                    <a:lnTo>
                      <a:pt x="5283992" y="87935"/>
                    </a:lnTo>
                    <a:lnTo>
                      <a:pt x="5283872" y="88224"/>
                    </a:lnTo>
                    <a:lnTo>
                      <a:pt x="5262905" y="105523"/>
                    </a:lnTo>
                    <a:lnTo>
                      <a:pt x="21086" y="105523"/>
                    </a:lnTo>
                    <a:lnTo>
                      <a:pt x="17588" y="105523"/>
                    </a:lnTo>
                    <a:cubicBezTo>
                      <a:pt x="12731" y="105523"/>
                      <a:pt x="8334" y="103555"/>
                      <a:pt x="5151" y="100372"/>
                    </a:cubicBezTo>
                    <a:lnTo>
                      <a:pt x="121" y="88226"/>
                    </a:lnTo>
                    <a:lnTo>
                      <a:pt x="0" y="87935"/>
                    </a:lnTo>
                    <a:lnTo>
                      <a:pt x="0" y="17588"/>
                    </a:lnTo>
                    <a:cubicBezTo>
                      <a:pt x="0" y="7874"/>
                      <a:pt x="7874" y="0"/>
                      <a:pt x="17588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85000"/>
                    </a:schemeClr>
                  </a:gs>
                  <a:gs pos="5400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15" name="Freeform: Shape 33"/>
              <p:cNvSpPr/>
              <p:nvPr/>
            </p:nvSpPr>
            <p:spPr bwMode="auto">
              <a:xfrm>
                <a:off x="6779631" y="3757998"/>
                <a:ext cx="5241819" cy="61794"/>
              </a:xfrm>
              <a:custGeom>
                <a:avLst/>
                <a:gdLst>
                  <a:gd name="connsiteX0" fmla="*/ 0 w 5241819"/>
                  <a:gd name="connsiteY0" fmla="*/ 0 h 61794"/>
                  <a:gd name="connsiteX1" fmla="*/ 5241819 w 5241819"/>
                  <a:gd name="connsiteY1" fmla="*/ 0 h 61794"/>
                  <a:gd name="connsiteX2" fmla="*/ 5235249 w 5241819"/>
                  <a:gd name="connsiteY2" fmla="*/ 5421 h 61794"/>
                  <a:gd name="connsiteX3" fmla="*/ 5050697 w 5241819"/>
                  <a:gd name="connsiteY3" fmla="*/ 61794 h 61794"/>
                  <a:gd name="connsiteX4" fmla="*/ 191122 w 5241819"/>
                  <a:gd name="connsiteY4" fmla="*/ 61794 h 61794"/>
                  <a:gd name="connsiteX5" fmla="*/ 6570 w 5241819"/>
                  <a:gd name="connsiteY5" fmla="*/ 5421 h 61794"/>
                  <a:gd name="connsiteX6" fmla="*/ 0 w 5241819"/>
                  <a:gd name="connsiteY6" fmla="*/ 0 h 61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41819" h="61794" extrusionOk="0">
                    <a:moveTo>
                      <a:pt x="0" y="0"/>
                    </a:moveTo>
                    <a:lnTo>
                      <a:pt x="5241819" y="0"/>
                    </a:lnTo>
                    <a:lnTo>
                      <a:pt x="5235249" y="5421"/>
                    </a:lnTo>
                    <a:cubicBezTo>
                      <a:pt x="5182567" y="41012"/>
                      <a:pt x="5119059" y="61794"/>
                      <a:pt x="5050697" y="61794"/>
                    </a:cubicBezTo>
                    <a:lnTo>
                      <a:pt x="191122" y="61794"/>
                    </a:lnTo>
                    <a:cubicBezTo>
                      <a:pt x="122760" y="61794"/>
                      <a:pt x="59252" y="41012"/>
                      <a:pt x="6570" y="5421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50000"/>
                    </a:schemeClr>
                  </a:gs>
                  <a:gs pos="54000">
                    <a:schemeClr val="bg1">
                      <a:lumMod val="6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16" name="Freeform: Shape 34"/>
              <p:cNvSpPr/>
              <p:nvPr/>
            </p:nvSpPr>
            <p:spPr bwMode="auto">
              <a:xfrm>
                <a:off x="8958025" y="3652838"/>
                <a:ext cx="875506" cy="69058"/>
              </a:xfrm>
              <a:custGeom>
                <a:avLst/>
                <a:gdLst>
                  <a:gd name="connsiteX0" fmla="*/ 1613 w 875506"/>
                  <a:gd name="connsiteY0" fmla="*/ 0 h 69058"/>
                  <a:gd name="connsiteX1" fmla="*/ 873893 w 875506"/>
                  <a:gd name="connsiteY1" fmla="*/ 0 h 69058"/>
                  <a:gd name="connsiteX2" fmla="*/ 875506 w 875506"/>
                  <a:gd name="connsiteY2" fmla="*/ 7989 h 69058"/>
                  <a:gd name="connsiteX3" fmla="*/ 814437 w 875506"/>
                  <a:gd name="connsiteY3" fmla="*/ 69058 h 69058"/>
                  <a:gd name="connsiteX4" fmla="*/ 61069 w 875506"/>
                  <a:gd name="connsiteY4" fmla="*/ 69058 h 69058"/>
                  <a:gd name="connsiteX5" fmla="*/ 0 w 875506"/>
                  <a:gd name="connsiteY5" fmla="*/ 7989 h 69058"/>
                  <a:gd name="connsiteX6" fmla="*/ 1613 w 875506"/>
                  <a:gd name="connsiteY6" fmla="*/ 0 h 69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75506" h="69058" extrusionOk="0">
                    <a:moveTo>
                      <a:pt x="1613" y="0"/>
                    </a:moveTo>
                    <a:lnTo>
                      <a:pt x="873893" y="0"/>
                    </a:lnTo>
                    <a:lnTo>
                      <a:pt x="875506" y="7989"/>
                    </a:lnTo>
                    <a:cubicBezTo>
                      <a:pt x="875506" y="41716"/>
                      <a:pt x="848164" y="69058"/>
                      <a:pt x="814437" y="69058"/>
                    </a:cubicBezTo>
                    <a:lnTo>
                      <a:pt x="61069" y="69058"/>
                    </a:lnTo>
                    <a:cubicBezTo>
                      <a:pt x="27342" y="69058"/>
                      <a:pt x="0" y="41716"/>
                      <a:pt x="0" y="7989"/>
                    </a:cubicBezTo>
                    <a:lnTo>
                      <a:pt x="161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75000"/>
                    </a:schemeClr>
                  </a:gs>
                  <a:gs pos="54000">
                    <a:schemeClr val="bg1">
                      <a:lumMod val="8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</p:grpSp>
        <p:sp>
          <p:nvSpPr>
            <p:cNvPr id="13" name="Oval 12"/>
            <p:cNvSpPr/>
            <p:nvPr/>
          </p:nvSpPr>
          <p:spPr bwMode="auto">
            <a:xfrm>
              <a:off x="6079051" y="2196317"/>
              <a:ext cx="58135" cy="58135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</p:grpSp>
      <p:sp>
        <p:nvSpPr>
          <p:cNvPr id="1216169262" name="Freeform 21"/>
          <p:cNvSpPr>
            <a:spLocks noGrp="1"/>
          </p:cNvSpPr>
          <p:nvPr>
            <p:ph type="pic" sz="quarter" idx="10"/>
          </p:nvPr>
        </p:nvSpPr>
        <p:spPr bwMode="auto">
          <a:xfrm>
            <a:off x="3879763" y="2849035"/>
            <a:ext cx="4396119" cy="2841033"/>
          </a:xfrm>
          <a:custGeom>
            <a:avLst/>
            <a:gdLst>
              <a:gd name="connsiteX0" fmla="*/ 0 w 4396119"/>
              <a:gd name="connsiteY0" fmla="*/ 0 h 2841033"/>
              <a:gd name="connsiteX1" fmla="*/ 4396119 w 4396119"/>
              <a:gd name="connsiteY1" fmla="*/ 0 h 2841033"/>
              <a:gd name="connsiteX2" fmla="*/ 4396119 w 4396119"/>
              <a:gd name="connsiteY2" fmla="*/ 2841033 h 2841033"/>
              <a:gd name="connsiteX3" fmla="*/ 0 w 4396119"/>
              <a:gd name="connsiteY3" fmla="*/ 2841033 h 2841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6119" h="2841033" extrusionOk="0">
                <a:moveTo>
                  <a:pt x="0" y="0"/>
                </a:moveTo>
                <a:lnTo>
                  <a:pt x="4396119" y="0"/>
                </a:lnTo>
                <a:lnTo>
                  <a:pt x="4396119" y="2841033"/>
                </a:lnTo>
                <a:lnTo>
                  <a:pt x="0" y="2841033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911075174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3697681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802321" name="Group 5"/>
          <p:cNvGrpSpPr/>
          <p:nvPr userDrawn="1"/>
        </p:nvGrpSpPr>
        <p:grpSpPr bwMode="auto">
          <a:xfrm>
            <a:off x="5354992" y="388191"/>
            <a:ext cx="6082822" cy="6081618"/>
            <a:chOff x="4238836" y="1705561"/>
            <a:chExt cx="3447561" cy="3446878"/>
          </a:xfrm>
        </p:grpSpPr>
        <p:sp>
          <p:nvSpPr>
            <p:cNvPr id="7" name="Oval 6"/>
            <p:cNvSpPr/>
            <p:nvPr/>
          </p:nvSpPr>
          <p:spPr bwMode="auto">
            <a:xfrm>
              <a:off x="4239519" y="1705561"/>
              <a:ext cx="3446878" cy="3446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4238836" y="1705561"/>
              <a:ext cx="3446878" cy="3446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</p:grpSp>
      <p:sp>
        <p:nvSpPr>
          <p:cNvPr id="384085548" name="Freeform 11"/>
          <p:cNvSpPr>
            <a:spLocks noGrp="1"/>
          </p:cNvSpPr>
          <p:nvPr>
            <p:ph type="pic" sz="quarter" idx="10"/>
          </p:nvPr>
        </p:nvSpPr>
        <p:spPr bwMode="auto">
          <a:xfrm>
            <a:off x="5655777" y="688976"/>
            <a:ext cx="5480045" cy="5480046"/>
          </a:xfrm>
          <a:custGeom>
            <a:avLst/>
            <a:gdLst>
              <a:gd name="connsiteX0" fmla="*/ 2740023 w 5480045"/>
              <a:gd name="connsiteY0" fmla="*/ 0 h 5480046"/>
              <a:gd name="connsiteX1" fmla="*/ 5480045 w 5480045"/>
              <a:gd name="connsiteY1" fmla="*/ 2740023 h 5480046"/>
              <a:gd name="connsiteX2" fmla="*/ 2740023 w 5480045"/>
              <a:gd name="connsiteY2" fmla="*/ 5480046 h 5480046"/>
              <a:gd name="connsiteX3" fmla="*/ 0 w 5480045"/>
              <a:gd name="connsiteY3" fmla="*/ 2740023 h 5480046"/>
              <a:gd name="connsiteX4" fmla="*/ 2740023 w 5480045"/>
              <a:gd name="connsiteY4" fmla="*/ 0 h 5480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0045" h="5480046" extrusionOk="0">
                <a:moveTo>
                  <a:pt x="2740023" y="0"/>
                </a:moveTo>
                <a:cubicBezTo>
                  <a:pt x="4253297" y="0"/>
                  <a:pt x="5480045" y="1226751"/>
                  <a:pt x="5480045" y="2740023"/>
                </a:cubicBezTo>
                <a:cubicBezTo>
                  <a:pt x="5480045" y="4253297"/>
                  <a:pt x="4253297" y="5480046"/>
                  <a:pt x="2740023" y="5480046"/>
                </a:cubicBezTo>
                <a:cubicBezTo>
                  <a:pt x="1226751" y="5480046"/>
                  <a:pt x="0" y="4253297"/>
                  <a:pt x="0" y="2740023"/>
                </a:cubicBezTo>
                <a:cubicBezTo>
                  <a:pt x="0" y="1226751"/>
                  <a:pt x="1226751" y="0"/>
                  <a:pt x="274002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055436893" name="Picture 1" descr="A picture containing text, clipart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63511" y="248432"/>
            <a:ext cx="1520459" cy="6351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411833" name="Picture Placeholder 11"/>
          <p:cNvSpPr>
            <a:spLocks noGrp="1"/>
          </p:cNvSpPr>
          <p:nvPr>
            <p:ph type="pic" sz="quarter" idx="10"/>
          </p:nvPr>
        </p:nvSpPr>
        <p:spPr bwMode="auto">
          <a:xfrm>
            <a:off x="0" y="450165"/>
            <a:ext cx="4149970" cy="6435970"/>
          </a:xfrm>
          <a:custGeom>
            <a:avLst/>
            <a:gdLst>
              <a:gd name="connsiteX0" fmla="*/ 0 w 4149970"/>
              <a:gd name="connsiteY0" fmla="*/ 0 h 6435970"/>
              <a:gd name="connsiteX1" fmla="*/ 4149970 w 4149970"/>
              <a:gd name="connsiteY1" fmla="*/ 0 h 6435970"/>
              <a:gd name="connsiteX2" fmla="*/ 4149970 w 4149970"/>
              <a:gd name="connsiteY2" fmla="*/ 6435970 h 6435970"/>
              <a:gd name="connsiteX3" fmla="*/ 0 w 4149970"/>
              <a:gd name="connsiteY3" fmla="*/ 6435970 h 64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970" h="6435970" extrusionOk="0">
                <a:moveTo>
                  <a:pt x="0" y="0"/>
                </a:moveTo>
                <a:lnTo>
                  <a:pt x="4149970" y="0"/>
                </a:lnTo>
                <a:lnTo>
                  <a:pt x="4149970" y="6435970"/>
                </a:lnTo>
                <a:lnTo>
                  <a:pt x="0" y="64359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2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241751" name="Title 1"/>
          <p:cNvSpPr>
            <a:spLocks noGrp="1"/>
          </p:cNvSpPr>
          <p:nvPr>
            <p:ph type="ctrTitle"/>
          </p:nvPr>
        </p:nvSpPr>
        <p:spPr bwMode="auto">
          <a:xfrm>
            <a:off x="914630" y="2123220"/>
            <a:ext cx="10169007" cy="1467356"/>
          </a:xfrm>
          <a:prstGeom prst="rect">
            <a:avLst/>
          </a:prstGeom>
        </p:spPr>
        <p:txBody>
          <a:bodyPr lIns="68589" tIns="34295" rIns="68589" bIns="34295"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10791604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5150" y="3896591"/>
            <a:ext cx="8507054" cy="1724720"/>
          </a:xfrm>
          <a:prstGeom prst="rect">
            <a:avLst/>
          </a:prstGeom>
        </p:spPr>
        <p:txBody>
          <a:bodyPr lIns="68589" tIns="34295" rIns="68589" bIns="34295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60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2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66675245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609601" y="6309360"/>
            <a:ext cx="2840735" cy="411480"/>
          </a:xfrm>
          <a:prstGeom prst="rect">
            <a:avLst/>
          </a:prstGeom>
        </p:spPr>
        <p:txBody>
          <a:bodyPr lIns="68589" tIns="34295" rIns="68589" bIns="34295"/>
          <a:lstStyle/>
          <a:p>
            <a:pPr>
              <a:defRPr/>
            </a:pPr>
            <a:fld id="{5D54A4B9-A966-882B-0898-6B7C49D056E8}" type="datetimeFigureOut">
              <a:rPr lang="ru-RU"/>
              <a:t>23.09.2026</a:t>
            </a:fld>
            <a:endParaRPr/>
          </a:p>
        </p:txBody>
      </p:sp>
      <p:sp>
        <p:nvSpPr>
          <p:cNvPr id="115459437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157472" y="6309360"/>
            <a:ext cx="3864864" cy="411480"/>
          </a:xfrm>
          <a:prstGeom prst="rect">
            <a:avLst/>
          </a:prstGeom>
        </p:spPr>
        <p:txBody>
          <a:bodyPr lIns="68589" tIns="34295" rIns="68589" bIns="34295"/>
          <a:lstStyle/>
          <a:p>
            <a:pPr>
              <a:defRPr/>
            </a:pPr>
            <a:endParaRPr/>
          </a:p>
        </p:txBody>
      </p:sp>
      <p:sp>
        <p:nvSpPr>
          <p:cNvPr id="199878158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729472" y="6309360"/>
            <a:ext cx="2852928" cy="411480"/>
          </a:xfrm>
          <a:prstGeom prst="rect">
            <a:avLst/>
          </a:prstGeom>
        </p:spPr>
        <p:txBody>
          <a:bodyPr lIns="68589" tIns="34295" rIns="68589" bIns="34295"/>
          <a:lstStyle/>
          <a:p>
            <a:pPr>
              <a:defRPr/>
            </a:pPr>
            <a:fld id="{24389DED-A844-17D6-8A31-730E2641836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9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33445" name="Picture Placeholder 7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018280" name="Picture Placeholder 7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77500970" name="Shape 125"/>
          <p:cNvGrpSpPr/>
          <p:nvPr/>
        </p:nvGrpSpPr>
        <p:grpSpPr bwMode="auto">
          <a:xfrm>
            <a:off x="-4" y="53"/>
            <a:ext cx="9429907" cy="1769752"/>
            <a:chOff x="-3" y="40"/>
            <a:chExt cx="7072430" cy="1327314"/>
          </a:xfrm>
        </p:grpSpPr>
        <p:sp>
          <p:nvSpPr>
            <p:cNvPr id="126" name="Shape 126"/>
            <p:cNvSpPr/>
            <p:nvPr/>
          </p:nvSpPr>
          <p:spPr bwMode="auto"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 rtl="0">
                <a:spcBef>
                  <a:spcPts val="0"/>
                </a:spcBef>
                <a:buNone/>
                <a:defRPr/>
              </a:pPr>
              <a:endParaRPr sz="2400">
                <a:latin typeface="Arvo"/>
                <a:ea typeface="Arvo"/>
                <a:cs typeface="Arvo"/>
              </a:endParaRPr>
            </a:p>
          </p:txBody>
        </p:sp>
        <p:grpSp>
          <p:nvGrpSpPr>
            <p:cNvPr id="127" name="Shape 127"/>
            <p:cNvGrpSpPr/>
            <p:nvPr/>
          </p:nvGrpSpPr>
          <p:grpSpPr bwMode="auto">
            <a:xfrm rot="10800000" flipH="1">
              <a:off x="2" y="40"/>
              <a:ext cx="6756167" cy="1327314"/>
              <a:chOff x="-2168137" y="330075"/>
              <a:chExt cx="8650662" cy="1699506"/>
            </a:xfrm>
          </p:grpSpPr>
          <p:sp>
            <p:nvSpPr>
              <p:cNvPr id="128" name="Shape 128"/>
              <p:cNvSpPr/>
              <p:nvPr/>
            </p:nvSpPr>
            <p:spPr bwMode="auto">
              <a:xfrm>
                <a:off x="-2168137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  <a:defRPr/>
                </a:pPr>
                <a:endParaRPr sz="2400">
                  <a:latin typeface="Arvo"/>
                  <a:ea typeface="Arvo"/>
                  <a:cs typeface="Arvo"/>
                </a:endParaRPr>
              </a:p>
            </p:txBody>
          </p:sp>
          <p:sp>
            <p:nvSpPr>
              <p:cNvPr id="129" name="Shape 129"/>
              <p:cNvSpPr/>
              <p:nvPr/>
            </p:nvSpPr>
            <p:spPr bwMode="auto"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  <a:defRPr/>
                </a:pPr>
                <a:endParaRPr sz="2400">
                  <a:latin typeface="Arvo"/>
                  <a:ea typeface="Arvo"/>
                  <a:cs typeface="Arvo"/>
                </a:endParaRPr>
              </a:p>
            </p:txBody>
          </p:sp>
        </p:grpSp>
        <p:grpSp>
          <p:nvGrpSpPr>
            <p:cNvPr id="130" name="Shape 130"/>
            <p:cNvGrpSpPr/>
            <p:nvPr/>
          </p:nvGrpSpPr>
          <p:grpSpPr bwMode="auto">
            <a:xfrm rot="10800000" flipH="1">
              <a:off x="-3" y="381007"/>
              <a:ext cx="7072430" cy="771742"/>
              <a:chOff x="-9092084" y="330075"/>
              <a:chExt cx="15574609" cy="1699501"/>
            </a:xfrm>
          </p:grpSpPr>
          <p:sp>
            <p:nvSpPr>
              <p:cNvPr id="131" name="Shape 131"/>
              <p:cNvSpPr/>
              <p:nvPr/>
            </p:nvSpPr>
            <p:spPr bwMode="auto"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  <a:defRPr/>
                </a:pPr>
                <a:endParaRPr sz="2400">
                  <a:latin typeface="Arvo"/>
                  <a:ea typeface="Arvo"/>
                  <a:cs typeface="Arvo"/>
                </a:endParaRPr>
              </a:p>
            </p:txBody>
          </p:sp>
          <p:sp>
            <p:nvSpPr>
              <p:cNvPr id="132" name="Shape 132"/>
              <p:cNvSpPr/>
              <p:nvPr/>
            </p:nvSpPr>
            <p:spPr bwMode="auto">
              <a:xfrm>
                <a:off x="4783024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  <a:defRPr/>
                </a:pPr>
                <a:endParaRPr sz="2400">
                  <a:latin typeface="Arvo"/>
                  <a:ea typeface="Arvo"/>
                  <a:cs typeface="Arvo"/>
                </a:endParaRPr>
              </a:p>
            </p:txBody>
          </p:sp>
        </p:grpSp>
      </p:grpSp>
      <p:grpSp>
        <p:nvGrpSpPr>
          <p:cNvPr id="516406956" name="Shape 133"/>
          <p:cNvGrpSpPr/>
          <p:nvPr/>
        </p:nvGrpSpPr>
        <p:grpSpPr bwMode="auto">
          <a:xfrm>
            <a:off x="9262456" y="5963629"/>
            <a:ext cx="2937105" cy="894392"/>
            <a:chOff x="5575241" y="4472722"/>
            <a:chExt cx="2202829" cy="670794"/>
          </a:xfrm>
        </p:grpSpPr>
        <p:sp>
          <p:nvSpPr>
            <p:cNvPr id="134" name="Shape 134"/>
            <p:cNvSpPr/>
            <p:nvPr/>
          </p:nvSpPr>
          <p:spPr bwMode="auto">
            <a:xfrm rot="10800000">
              <a:off x="5575241" y="4948333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  <a:defRPr/>
              </a:pPr>
              <a:endParaRPr sz="2400"/>
            </a:p>
          </p:txBody>
        </p:sp>
        <p:grpSp>
          <p:nvGrpSpPr>
            <p:cNvPr id="135" name="Shape 135"/>
            <p:cNvGrpSpPr/>
            <p:nvPr/>
          </p:nvGrpSpPr>
          <p:grpSpPr bwMode="auto">
            <a:xfrm flipH="1">
              <a:off x="5734850" y="4472722"/>
              <a:ext cx="2040836" cy="670794"/>
              <a:chOff x="1297953" y="330075"/>
              <a:chExt cx="5169293" cy="1699505"/>
            </a:xfrm>
          </p:grpSpPr>
          <p:sp>
            <p:nvSpPr>
              <p:cNvPr id="136" name="Shape 136"/>
              <p:cNvSpPr/>
              <p:nvPr/>
            </p:nvSpPr>
            <p:spPr bwMode="auto">
              <a:xfrm>
                <a:off x="1297953" y="330080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  <a:defRPr/>
                </a:pPr>
                <a:endParaRPr sz="2400"/>
              </a:p>
            </p:txBody>
          </p:sp>
          <p:sp>
            <p:nvSpPr>
              <p:cNvPr id="137" name="Shape 137"/>
              <p:cNvSpPr/>
              <p:nvPr/>
            </p:nvSpPr>
            <p:spPr bwMode="auto"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  <a:defRPr/>
                </a:pPr>
                <a:endParaRPr sz="2400"/>
              </a:p>
            </p:txBody>
          </p:sp>
        </p:grpSp>
        <p:grpSp>
          <p:nvGrpSpPr>
            <p:cNvPr id="138" name="Shape 138"/>
            <p:cNvGrpSpPr/>
            <p:nvPr/>
          </p:nvGrpSpPr>
          <p:grpSpPr bwMode="auto">
            <a:xfrm flipH="1">
              <a:off x="5578207" y="4646737"/>
              <a:ext cx="2199862" cy="304562"/>
              <a:chOff x="-5827152" y="330075"/>
              <a:chExt cx="12276018" cy="1699568"/>
            </a:xfrm>
          </p:grpSpPr>
          <p:sp>
            <p:nvSpPr>
              <p:cNvPr id="139" name="Shape 139"/>
              <p:cNvSpPr/>
              <p:nvPr/>
            </p:nvSpPr>
            <p:spPr bwMode="auto">
              <a:xfrm>
                <a:off x="-5827152" y="330143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  <a:defRPr/>
                </a:pPr>
                <a:endParaRPr sz="2400"/>
              </a:p>
            </p:txBody>
          </p:sp>
          <p:sp>
            <p:nvSpPr>
              <p:cNvPr id="140" name="Shape 140"/>
              <p:cNvSpPr/>
              <p:nvPr/>
            </p:nvSpPr>
            <p:spPr bwMode="auto">
              <a:xfrm>
                <a:off x="474936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lIns="91425" tIns="91425" rIns="91425" bIns="91425" anchor="ctr" anchorCtr="0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  <a:defRPr/>
                </a:pPr>
                <a:endParaRPr sz="2400"/>
              </a:p>
            </p:txBody>
          </p:sp>
        </p:grpSp>
      </p:grpSp>
      <p:sp>
        <p:nvSpPr>
          <p:cNvPr id="1535643667" name="Shape 141"/>
          <p:cNvSpPr txBox="1">
            <a:spLocks noGrp="1"/>
          </p:cNvSpPr>
          <p:nvPr>
            <p:ph type="title"/>
          </p:nvPr>
        </p:nvSpPr>
        <p:spPr bwMode="auto">
          <a:xfrm>
            <a:off x="1085700" y="523433"/>
            <a:ext cx="7011200" cy="1021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5774646" name="Shape 142"/>
          <p:cNvSpPr txBox="1">
            <a:spLocks noGrp="1"/>
          </p:cNvSpPr>
          <p:nvPr>
            <p:ph type="sldNum" idx="12"/>
          </p:nvPr>
        </p:nvSpPr>
        <p:spPr bwMode="auto">
          <a:xfrm>
            <a:off x="10157333" y="6182000"/>
            <a:ext cx="1983200" cy="420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defRPr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4047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51A0397F-342B-4B68-B86C-C5A6312FE612}" type="datetimeFigureOut">
              <a:rPr lang="en-ID"/>
              <a:t>23/09/2026</a:t>
            </a:fld>
            <a:r>
              <a:rPr lang="en-ID"/>
              <a:t>`</a:t>
            </a:r>
            <a:endParaRPr/>
          </a:p>
        </p:txBody>
      </p:sp>
      <p:sp>
        <p:nvSpPr>
          <p:cNvPr id="12643942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 lang="en-ID"/>
          </a:p>
        </p:txBody>
      </p:sp>
      <p:sp>
        <p:nvSpPr>
          <p:cNvPr id="9437455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fld id="{1EABDDF1-FD32-48B7-BF21-FD953DE924D6}" type="slidenum">
              <a:rPr lang="en-ID"/>
              <a:t>‹#›</a:t>
            </a:fld>
            <a:endParaRPr lang="en-ID"/>
          </a:p>
        </p:txBody>
      </p:sp>
      <p:sp>
        <p:nvSpPr>
          <p:cNvPr id="330303210" name="Freeform 6"/>
          <p:cNvSpPr/>
          <p:nvPr userDrawn="1"/>
        </p:nvSpPr>
        <p:spPr bwMode="auto">
          <a:xfrm>
            <a:off x="10824365" y="294432"/>
            <a:ext cx="1367635" cy="573938"/>
          </a:xfrm>
          <a:custGeom>
            <a:avLst/>
            <a:gdLst>
              <a:gd name="connsiteX0" fmla="*/ 286969 w 1367635"/>
              <a:gd name="connsiteY0" fmla="*/ 0 h 573938"/>
              <a:gd name="connsiteX1" fmla="*/ 1367635 w 1367635"/>
              <a:gd name="connsiteY1" fmla="*/ 0 h 573938"/>
              <a:gd name="connsiteX2" fmla="*/ 1367635 w 1367635"/>
              <a:gd name="connsiteY2" fmla="*/ 573938 h 573938"/>
              <a:gd name="connsiteX3" fmla="*/ 286969 w 1367635"/>
              <a:gd name="connsiteY3" fmla="*/ 573938 h 573938"/>
              <a:gd name="connsiteX4" fmla="*/ 0 w 1367635"/>
              <a:gd name="connsiteY4" fmla="*/ 286969 h 573938"/>
              <a:gd name="connsiteX5" fmla="*/ 286969 w 1367635"/>
              <a:gd name="connsiteY5" fmla="*/ 0 h 57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7635" h="573938" extrusionOk="0">
                <a:moveTo>
                  <a:pt x="286969" y="0"/>
                </a:moveTo>
                <a:lnTo>
                  <a:pt x="1367635" y="0"/>
                </a:lnTo>
                <a:lnTo>
                  <a:pt x="1367635" y="573938"/>
                </a:lnTo>
                <a:lnTo>
                  <a:pt x="286969" y="573938"/>
                </a:lnTo>
                <a:cubicBezTo>
                  <a:pt x="128480" y="573938"/>
                  <a:pt x="0" y="445458"/>
                  <a:pt x="0" y="286969"/>
                </a:cubicBezTo>
                <a:cubicBezTo>
                  <a:pt x="0" y="128480"/>
                  <a:pt x="128480" y="0"/>
                  <a:pt x="286969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2">
                <a:alpha val="50000"/>
              </a:schemeClr>
            </a:solidFill>
          </a:ln>
          <a:effectLst>
            <a:outerShdw blurRad="348800" dist="38100" dir="4980000" algn="tr" rotWithShape="0">
              <a:schemeClr val="bg1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91440" bIns="182880" rtlCol="0" anchor="b">
            <a:noAutofit/>
          </a:bodyPr>
          <a:lstStyle/>
          <a:p>
            <a:pPr algn="ctr">
              <a:spcBef>
                <a:spcPts val="1200"/>
              </a:spcBef>
              <a:defRPr/>
            </a:pPr>
            <a:endParaRPr lang="en-US" sz="1000" b="0" i="0">
              <a:solidFill>
                <a:schemeClr val="tx1">
                  <a:alpha val="70000"/>
                </a:schemeClr>
              </a:solidFill>
              <a:latin typeface="Poppins"/>
            </a:endParaRPr>
          </a:p>
        </p:txBody>
      </p:sp>
      <p:sp>
        <p:nvSpPr>
          <p:cNvPr id="643859124" name="Freeform 7"/>
          <p:cNvSpPr/>
          <p:nvPr userDrawn="1"/>
        </p:nvSpPr>
        <p:spPr bwMode="auto">
          <a:xfrm>
            <a:off x="10824366" y="294432"/>
            <a:ext cx="1367633" cy="573938"/>
          </a:xfrm>
          <a:custGeom>
            <a:avLst/>
            <a:gdLst>
              <a:gd name="connsiteX0" fmla="*/ 286968 w 1367634"/>
              <a:gd name="connsiteY0" fmla="*/ 0 h 573938"/>
              <a:gd name="connsiteX1" fmla="*/ 1367634 w 1367634"/>
              <a:gd name="connsiteY1" fmla="*/ 0 h 573938"/>
              <a:gd name="connsiteX2" fmla="*/ 1367634 w 1367634"/>
              <a:gd name="connsiteY2" fmla="*/ 573938 h 573938"/>
              <a:gd name="connsiteX3" fmla="*/ 286968 w 1367634"/>
              <a:gd name="connsiteY3" fmla="*/ 573938 h 573938"/>
              <a:gd name="connsiteX4" fmla="*/ 0 w 1367634"/>
              <a:gd name="connsiteY4" fmla="*/ 286969 h 573938"/>
              <a:gd name="connsiteX5" fmla="*/ 286968 w 1367634"/>
              <a:gd name="connsiteY5" fmla="*/ 0 h 57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7634" h="573938" extrusionOk="0">
                <a:moveTo>
                  <a:pt x="286968" y="0"/>
                </a:moveTo>
                <a:lnTo>
                  <a:pt x="1367634" y="0"/>
                </a:lnTo>
                <a:lnTo>
                  <a:pt x="1367634" y="573938"/>
                </a:lnTo>
                <a:lnTo>
                  <a:pt x="286968" y="573938"/>
                </a:lnTo>
                <a:cubicBezTo>
                  <a:pt x="128480" y="573938"/>
                  <a:pt x="0" y="445458"/>
                  <a:pt x="0" y="286969"/>
                </a:cubicBezTo>
                <a:cubicBezTo>
                  <a:pt x="0" y="128480"/>
                  <a:pt x="128480" y="0"/>
                  <a:pt x="286968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2">
                <a:alpha val="50000"/>
              </a:schemeClr>
            </a:solidFill>
          </a:ln>
          <a:effectLst>
            <a:outerShdw blurRad="348800" dist="38100" dir="4980000" algn="tr" rotWithShape="0">
              <a:schemeClr val="bg1">
                <a:lumMod val="9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0" rIns="91440" bIns="182880" rtlCol="0" anchor="b">
            <a:noAutofit/>
          </a:bodyPr>
          <a:lstStyle/>
          <a:p>
            <a:pPr algn="ctr">
              <a:spcBef>
                <a:spcPts val="1200"/>
              </a:spcBef>
              <a:defRPr/>
            </a:pPr>
            <a:endParaRPr lang="en-US" sz="1000" b="0" i="0">
              <a:solidFill>
                <a:schemeClr val="tx1">
                  <a:alpha val="70000"/>
                </a:schemeClr>
              </a:solidFill>
              <a:latin typeface="Poppins"/>
            </a:endParaRPr>
          </a:p>
        </p:txBody>
      </p:sp>
      <p:sp>
        <p:nvSpPr>
          <p:cNvPr id="128529707" name="Oval 8"/>
          <p:cNvSpPr/>
          <p:nvPr userDrawn="1"/>
        </p:nvSpPr>
        <p:spPr bwMode="auto">
          <a:xfrm>
            <a:off x="10924188" y="356871"/>
            <a:ext cx="460168" cy="449058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  <a:effectLst>
            <a:outerShdw blurRad="139700" dist="38100" dir="5400000" algn="t" rotWithShape="0">
              <a:schemeClr val="accent1">
                <a:lumMod val="50000"/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000" b="0" i="0">
              <a:latin typeface="Poppins"/>
            </a:endParaRPr>
          </a:p>
        </p:txBody>
      </p:sp>
      <p:sp>
        <p:nvSpPr>
          <p:cNvPr id="1216245443" name="TextBox 9"/>
          <p:cNvSpPr txBox="1"/>
          <p:nvPr userDrawn="1"/>
        </p:nvSpPr>
        <p:spPr bwMode="auto">
          <a:xfrm rot="10800000" flipV="1">
            <a:off x="10912432" y="444445"/>
            <a:ext cx="48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defRPr/>
            </a:pPr>
            <a:fld id="{260E2A6B-A809-4840-BF14-8648BC0BDF87}" type="slidenum">
              <a:rPr lang="id-ID" sz="1400" b="0" i="0">
                <a:solidFill>
                  <a:schemeClr val="bg1">
                    <a:alpha val="70000"/>
                  </a:schemeClr>
                </a:solidFill>
                <a:latin typeface="Poppins"/>
                <a:ea typeface="Inter"/>
                <a:cs typeface="Arial"/>
              </a:rPr>
              <a:t>‹#›</a:t>
            </a:fld>
            <a:endParaRPr lang="id-ID" sz="6000" b="0" i="0">
              <a:solidFill>
                <a:schemeClr val="bg1">
                  <a:alpha val="70000"/>
                </a:schemeClr>
              </a:solidFill>
              <a:latin typeface="Poppins"/>
              <a:ea typeface="Inter"/>
              <a:cs typeface="Arial"/>
            </a:endParaRPr>
          </a:p>
        </p:txBody>
      </p:sp>
      <p:sp>
        <p:nvSpPr>
          <p:cNvPr id="1726342894" name="TextBox 10"/>
          <p:cNvSpPr txBox="1"/>
          <p:nvPr userDrawn="1"/>
        </p:nvSpPr>
        <p:spPr bwMode="auto">
          <a:xfrm>
            <a:off x="11256621" y="486001"/>
            <a:ext cx="888544" cy="24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sz="1050" b="0" i="0" spc="300">
                <a:solidFill>
                  <a:schemeClr val="bg1">
                    <a:lumMod val="75000"/>
                  </a:schemeClr>
                </a:solidFill>
                <a:latin typeface="Poppins"/>
                <a:ea typeface="Inter"/>
                <a:cs typeface="Poppins"/>
              </a:rPr>
              <a:t>SLIDE</a:t>
            </a:r>
            <a:endParaRPr/>
          </a:p>
        </p:txBody>
      </p:sp>
      <p:grpSp>
        <p:nvGrpSpPr>
          <p:cNvPr id="445460592" name="Group 11"/>
          <p:cNvGrpSpPr/>
          <p:nvPr userDrawn="1"/>
        </p:nvGrpSpPr>
        <p:grpSpPr bwMode="auto">
          <a:xfrm>
            <a:off x="347288" y="294431"/>
            <a:ext cx="588086" cy="588085"/>
            <a:chOff x="2995526" y="1907101"/>
            <a:chExt cx="588086" cy="588085"/>
          </a:xfrm>
        </p:grpSpPr>
        <p:sp>
          <p:nvSpPr>
            <p:cNvPr id="13" name="Rectangle: Rounded Corners 141"/>
            <p:cNvSpPr/>
            <p:nvPr/>
          </p:nvSpPr>
          <p:spPr bwMode="auto">
            <a:xfrm>
              <a:off x="2995526" y="1907101"/>
              <a:ext cx="588086" cy="5880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63500" dir="18900000">
                <a:schemeClr val="tx1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14" name="Rectangle: Rounded Corners 142"/>
            <p:cNvSpPr/>
            <p:nvPr/>
          </p:nvSpPr>
          <p:spPr bwMode="auto">
            <a:xfrm>
              <a:off x="2995526" y="1907101"/>
              <a:ext cx="588086" cy="588085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6350">
              <a:solidFill>
                <a:schemeClr val="bg2">
                  <a:alpha val="50000"/>
                </a:schemeClr>
              </a:solidFill>
            </a:ln>
            <a:effectLst>
              <a:innerShdw blurRad="63500" dist="63500" dir="8100000">
                <a:schemeClr val="bg2"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</p:grpSp>
      <p:grpSp>
        <p:nvGrpSpPr>
          <p:cNvPr id="567660867" name="Group 1"/>
          <p:cNvGrpSpPr/>
          <p:nvPr userDrawn="1"/>
        </p:nvGrpSpPr>
        <p:grpSpPr bwMode="auto">
          <a:xfrm>
            <a:off x="-1609726" y="-7705726"/>
            <a:ext cx="15411452" cy="15411452"/>
            <a:chOff x="9054410" y="-848072"/>
            <a:chExt cx="3408505" cy="3408505"/>
          </a:xfrm>
        </p:grpSpPr>
        <p:sp>
          <p:nvSpPr>
            <p:cNvPr id="3" name="Oval 2"/>
            <p:cNvSpPr/>
            <p:nvPr/>
          </p:nvSpPr>
          <p:spPr bwMode="auto">
            <a:xfrm>
              <a:off x="9892627" y="-9855"/>
              <a:ext cx="1732073" cy="1732073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9725675" y="-176807"/>
              <a:ext cx="2065975" cy="2065975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9569163" y="-333319"/>
              <a:ext cx="2379000" cy="2379000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9398739" y="-503743"/>
              <a:ext cx="2719849" cy="2719849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9228313" y="-674169"/>
              <a:ext cx="3060701" cy="3060701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9054410" y="-848072"/>
              <a:ext cx="3408505" cy="3408505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10195217" y="292735"/>
              <a:ext cx="1126893" cy="1126893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10031749" y="129267"/>
              <a:ext cx="1453828" cy="1453828"/>
            </a:xfrm>
            <a:prstGeom prst="ellipse">
              <a:avLst/>
            </a:prstGeom>
            <a:noFill/>
            <a:ln w="6350" cap="rnd">
              <a:solidFill>
                <a:srgbClr val="494F58">
                  <a:alpha val="11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b="0" i="0">
                <a:latin typeface="Poppins"/>
              </a:endParaRPr>
            </a:p>
          </p:txBody>
        </p:sp>
      </p:grpSp>
      <p:sp>
        <p:nvSpPr>
          <p:cNvPr id="758276052" name="TextBox 22"/>
          <p:cNvSpPr txBox="1"/>
          <p:nvPr userDrawn="1"/>
        </p:nvSpPr>
        <p:spPr bwMode="auto">
          <a:xfrm>
            <a:off x="406879" y="437108"/>
            <a:ext cx="58821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defRPr/>
            </a:pPr>
            <a:r>
              <a:rPr lang="en-US" sz="1600" b="1" spc="-15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"/>
                <a:ea typeface="Roboto"/>
                <a:cs typeface="Poppins"/>
              </a:rPr>
              <a:t>ZM.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7" r:id="rId28"/>
    <p:sldLayoutId id="2147483678" r:id="rId29"/>
    <p:sldLayoutId id="2147483679" r:id="rId30"/>
    <p:sldLayoutId id="2147483681" r:id="rId3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140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1400">
          <a:solidFill>
            <a:schemeClr val="tx1"/>
          </a:solidFill>
          <a:latin typeface="Arial"/>
          <a:ea typeface="+mn-ea"/>
          <a:cs typeface="Arial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4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5.png"/><Relationship Id="rId4" Type="http://schemas.microsoft.com/office/2014/relationships/chartEx" Target="../charts/chartEx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8047900" name="Group 8"/>
          <p:cNvGrpSpPr/>
          <p:nvPr/>
        </p:nvGrpSpPr>
        <p:grpSpPr bwMode="auto">
          <a:xfrm>
            <a:off x="1598775" y="1369560"/>
            <a:ext cx="9006248" cy="4446334"/>
            <a:chOff x="1598775" y="1220703"/>
            <a:chExt cx="9006248" cy="4446334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1598775" y="1220703"/>
              <a:ext cx="8994450" cy="4416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28700" b="1">
                  <a:solidFill>
                    <a:schemeClr val="bg1"/>
                  </a:solidFill>
                  <a:latin typeface="Poppins"/>
                  <a:cs typeface="Poppins"/>
                </a:rPr>
                <a:t>2025</a:t>
              </a:r>
              <a:endParaRPr/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1610573" y="1250443"/>
              <a:ext cx="8994450" cy="4416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28700" b="1">
                  <a:solidFill>
                    <a:schemeClr val="bg1"/>
                  </a:solidFill>
                  <a:latin typeface="Poppins"/>
                  <a:cs typeface="Poppins"/>
                </a:rPr>
                <a:t>2025</a:t>
              </a:r>
              <a:endParaRPr/>
            </a:p>
          </p:txBody>
        </p:sp>
      </p:grpSp>
      <p:sp>
        <p:nvSpPr>
          <p:cNvPr id="76650068" name="Rectangle: Rounded Corners 41"/>
          <p:cNvSpPr/>
          <p:nvPr/>
        </p:nvSpPr>
        <p:spPr bwMode="auto">
          <a:xfrm>
            <a:off x="5709437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195976811" name="Rectangle: Rounded Corners 43"/>
          <p:cNvSpPr/>
          <p:nvPr/>
        </p:nvSpPr>
        <p:spPr bwMode="auto">
          <a:xfrm>
            <a:off x="6039814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813448203" name="Rectangle: Rounded Corners 44"/>
          <p:cNvSpPr/>
          <p:nvPr/>
        </p:nvSpPr>
        <p:spPr bwMode="auto">
          <a:xfrm>
            <a:off x="6370188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1025516110" name="TextBox 16"/>
          <p:cNvSpPr txBox="1"/>
          <p:nvPr/>
        </p:nvSpPr>
        <p:spPr bwMode="auto">
          <a:xfrm>
            <a:off x="1305723" y="2844057"/>
            <a:ext cx="9604150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4400" b="1" spc="-150" dirty="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CA Result Analysis May 2026 &amp;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en-US" sz="8800" b="1" spc="-150" dirty="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FAST </a:t>
            </a:r>
            <a:r>
              <a:rPr lang="en-US" sz="8800" b="1" spc="-15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CA CAMPUS</a:t>
            </a:r>
            <a:endParaRPr lang="en-US" sz="8800" b="1" spc="-150" dirty="0">
              <a:gradFill>
                <a:gsLst>
                  <a:gs pos="15000">
                    <a:schemeClr val="accent1"/>
                  </a:gs>
                  <a:gs pos="100000">
                    <a:schemeClr val="accent2"/>
                  </a:gs>
                </a:gsLst>
                <a:path path="circle"/>
              </a:gradFill>
              <a:latin typeface="Roboto Black"/>
              <a:ea typeface="Roboto Black"/>
              <a:cs typeface="Poppins"/>
            </a:endParaRPr>
          </a:p>
        </p:txBody>
      </p:sp>
      <p:sp>
        <p:nvSpPr>
          <p:cNvPr id="820594829" name="TextBox 1"/>
          <p:cNvSpPr txBox="1"/>
          <p:nvPr/>
        </p:nvSpPr>
        <p:spPr bwMode="auto">
          <a:xfrm>
            <a:off x="2042091" y="5190730"/>
            <a:ext cx="810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/>
                <a:cs typeface="Poppins SemiBold"/>
              </a:defRPr>
            </a:lvl1pPr>
          </a:lstStyle>
          <a:p>
            <a:pPr algn="ctr">
              <a:defRPr/>
            </a:pPr>
            <a:r>
              <a:rPr lang="en-US" sz="1600" spc="600"/>
              <a:t>FAST CAREER CONSULTANTS P LTD.</a:t>
            </a:r>
            <a:endParaRPr/>
          </a:p>
        </p:txBody>
      </p:sp>
      <p:sp>
        <p:nvSpPr>
          <p:cNvPr id="2143505865" name="Rectangle: Rounded Corners 38"/>
          <p:cNvSpPr/>
          <p:nvPr/>
        </p:nvSpPr>
        <p:spPr bwMode="auto">
          <a:xfrm>
            <a:off x="10282650" y="5306341"/>
            <a:ext cx="2164531" cy="53666"/>
          </a:xfrm>
          <a:prstGeom prst="roundRect">
            <a:avLst>
              <a:gd name="adj" fmla="val 50000"/>
            </a:avLst>
          </a:prstGeom>
          <a:gradFill>
            <a:gsLst>
              <a:gs pos="16000">
                <a:schemeClr val="accent1"/>
              </a:gs>
              <a:gs pos="84000">
                <a:schemeClr val="accent2"/>
              </a:gs>
            </a:gsLst>
            <a:lin ang="0" scaled="1"/>
          </a:gradFill>
          <a:ln>
            <a:noFill/>
          </a:ln>
          <a:effectLst>
            <a:outerShdw blurRad="190500" dist="114300" dir="2700000" sx="98000" sy="98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578831546" name="Rectangle: Rounded Corners 38"/>
          <p:cNvSpPr/>
          <p:nvPr/>
        </p:nvSpPr>
        <p:spPr bwMode="auto">
          <a:xfrm>
            <a:off x="-255181" y="5306341"/>
            <a:ext cx="2164532" cy="53666"/>
          </a:xfrm>
          <a:prstGeom prst="roundRect">
            <a:avLst>
              <a:gd name="adj" fmla="val 50000"/>
            </a:avLst>
          </a:prstGeom>
          <a:gradFill>
            <a:gsLst>
              <a:gs pos="16000">
                <a:schemeClr val="accent1"/>
              </a:gs>
              <a:gs pos="84000">
                <a:schemeClr val="accent2"/>
              </a:gs>
            </a:gsLst>
            <a:lin ang="0" scaled="1"/>
          </a:gradFill>
          <a:ln>
            <a:noFill/>
          </a:ln>
          <a:effectLst>
            <a:outerShdw blurRad="190500" dist="114300" dir="2700000" sx="98000" sy="98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68047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680479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68047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50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650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650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6500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6650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44444E-6 L 0.03893 -4.44444E-6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766500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959768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959768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1959768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9597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-0.01953 -4.44444E-6 " pathEditMode="relative" rAng="0" ptsTypes="AA">
                                      <p:cBhvr>
                                        <p:cTn id="25" dur="600" fill="hold"/>
                                        <p:tgtEl>
                                          <p:spTgt spid="1959768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44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13448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813448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8134482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1344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0.03893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813448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1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551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9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205948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20594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20594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50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2143505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2143505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83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578831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578831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50068" grpId="0" animBg="1"/>
      <p:bldP spid="76650068" grpId="1" animBg="1"/>
      <p:bldP spid="195976811" grpId="0" animBg="1"/>
      <p:bldP spid="195976811" grpId="1" animBg="1"/>
      <p:bldP spid="813448203" grpId="0" animBg="1"/>
      <p:bldP spid="813448203" grpId="1" animBg="1"/>
      <p:bldP spid="1025516110" grpId="0"/>
      <p:bldP spid="820594829" grpId="0"/>
      <p:bldP spid="2143505865" grpId="0" animBg="1"/>
      <p:bldP spid="5788315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A4F14D-3590-6541-539E-683E7066C30F}"/>
              </a:ext>
            </a:extLst>
          </p:cNvPr>
          <p:cNvSpPr txBox="1"/>
          <p:nvPr/>
        </p:nvSpPr>
        <p:spPr>
          <a:xfrm>
            <a:off x="-1112334" y="2936557"/>
            <a:ext cx="771106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 RESULTS May 2026</a:t>
            </a:r>
            <a:endParaRPr lang="en-US" dirty="0"/>
          </a:p>
          <a:p>
            <a:pPr algn="ctr">
              <a:defRPr/>
            </a:pPr>
            <a:r>
              <a:rPr lang="en-US" sz="1800" b="1" i="1" dirty="0">
                <a:solidFill>
                  <a:schemeClr val="accent2"/>
                </a:solidFill>
              </a:rPr>
              <a:t>Significant Decline in CA Pass-Outs in May-Jan26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423FE-C646-C756-29E0-FB2984A7D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979" y="0"/>
            <a:ext cx="6409021" cy="714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21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715206" name="TextBox 12"/>
          <p:cNvSpPr txBox="1"/>
          <p:nvPr/>
        </p:nvSpPr>
        <p:spPr bwMode="auto">
          <a:xfrm>
            <a:off x="591016" y="2235564"/>
            <a:ext cx="4326674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3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 RESULTS May26</a:t>
            </a:r>
            <a:endParaRPr dirty="0"/>
          </a:p>
          <a:p>
            <a:pPr algn="ctr">
              <a:defRPr/>
            </a:pPr>
            <a:r>
              <a:rPr lang="en-US" sz="2650" b="1" i="1" dirty="0">
                <a:solidFill>
                  <a:srgbClr val="FF9300"/>
                </a:solidFill>
              </a:rPr>
              <a:t>ICAI Press Release on Results</a:t>
            </a:r>
          </a:p>
          <a:p>
            <a:pPr algn="ctr">
              <a:defRPr/>
            </a:pPr>
            <a:r>
              <a:rPr lang="en-US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Announced on 18 June 2026</a:t>
            </a:r>
            <a:endParaRPr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70030176" name="Picture 5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1567" y="219213"/>
            <a:ext cx="1630123" cy="680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CA984D-87AF-1C3B-D58F-31F17FD9B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8830" y="-167640"/>
            <a:ext cx="6693169" cy="70256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0481015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5424032" name="Group 10"/>
          <p:cNvGrpSpPr/>
          <p:nvPr/>
        </p:nvGrpSpPr>
        <p:grpSpPr bwMode="auto">
          <a:xfrm>
            <a:off x="238068" y="1291618"/>
            <a:ext cx="5970081" cy="2927845"/>
            <a:chOff x="6153854" y="930815"/>
            <a:chExt cx="5143137" cy="2493584"/>
          </a:xfrm>
        </p:grpSpPr>
        <p:sp>
          <p:nvSpPr>
            <p:cNvPr id="6" name="Oval 45"/>
            <p:cNvSpPr/>
            <p:nvPr/>
          </p:nvSpPr>
          <p:spPr bwMode="auto">
            <a:xfrm>
              <a:off x="6366467" y="1279995"/>
              <a:ext cx="4763069" cy="2144404"/>
            </a:xfrm>
            <a:prstGeom prst="roundRect">
              <a:avLst>
                <a:gd name="adj" fmla="val 13379"/>
              </a:avLst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7" name="Oval 46"/>
            <p:cNvSpPr/>
            <p:nvPr/>
          </p:nvSpPr>
          <p:spPr bwMode="auto">
            <a:xfrm>
              <a:off x="6533922" y="930815"/>
              <a:ext cx="4763069" cy="2144404"/>
            </a:xfrm>
            <a:prstGeom prst="roundRect">
              <a:avLst>
                <a:gd name="adj" fmla="val 12759"/>
              </a:avLst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6767271" y="1519996"/>
              <a:ext cx="4365502" cy="1821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/>
                  <a:cs typeface="Open Sans"/>
                </a:defRPr>
              </a:lvl1pPr>
            </a:lstStyle>
            <a:p>
              <a:pPr>
                <a:defRPr/>
              </a:pPr>
              <a:r>
                <a:rPr lang="en-IN" sz="2800" dirty="0">
                  <a:solidFill>
                    <a:srgbClr val="C00000"/>
                  </a:solidFill>
                  <a:latin typeface="Aptos"/>
                  <a:ea typeface="Aptos"/>
                  <a:cs typeface="Times New Roman"/>
                </a:rPr>
                <a:t>Total Fresh CAs: 7,931</a:t>
              </a:r>
              <a:endParaRPr lang="en-US" sz="2800" dirty="0">
                <a:solidFill>
                  <a:srgbClr val="C00000"/>
                </a:solidFill>
                <a:latin typeface="Aptos"/>
                <a:ea typeface="Aptos"/>
                <a:cs typeface="Times New Roman"/>
              </a:endParaRPr>
            </a:p>
            <a:p>
              <a:pPr marL="285750" indent="-285750">
                <a:spcBef>
                  <a:spcPts val="600"/>
                </a:spcBef>
                <a:buFont typeface="Arial"/>
                <a:buChar char="•"/>
                <a:defRPr/>
              </a:pPr>
              <a:r>
                <a: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/>
                  <a:ea typeface="Aptos"/>
                  <a:cs typeface="Times New Roman"/>
                </a:rPr>
                <a:t>Similar to Jan26 exams which had 7590 pass-outs, but much lesser than historic pass-outs of 11466, 14247, 11,500 and 20446 in the previous 4 attempts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48" name="Group 47"/>
            <p:cNvGrpSpPr/>
            <p:nvPr/>
          </p:nvGrpSpPr>
          <p:grpSpPr bwMode="auto">
            <a:xfrm>
              <a:off x="6153854" y="1877002"/>
              <a:ext cx="576603" cy="573073"/>
              <a:chOff x="6371146" y="4082714"/>
              <a:chExt cx="576603" cy="573073"/>
            </a:xfrm>
          </p:grpSpPr>
          <p:sp>
            <p:nvSpPr>
              <p:cNvPr id="19" name="Rectangle: Rounded Corners 148"/>
              <p:cNvSpPr/>
              <p:nvPr/>
            </p:nvSpPr>
            <p:spPr bwMode="auto">
              <a:xfrm>
                <a:off x="6420543" y="4128581"/>
                <a:ext cx="527206" cy="527206"/>
              </a:xfrm>
              <a:prstGeom prst="roundRect">
                <a:avLst>
                  <a:gd name="adj" fmla="val 29154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254000" dist="254000" dir="18900000" algn="bl" rotWithShape="0">
                  <a:schemeClr val="bg2">
                    <a:alpha val="35922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>
                  <a:latin typeface="Poppins"/>
                </a:endParaRPr>
              </a:p>
            </p:txBody>
          </p:sp>
          <p:sp>
            <p:nvSpPr>
              <p:cNvPr id="47" name="Rectangle: Rounded Corners 148"/>
              <p:cNvSpPr/>
              <p:nvPr/>
            </p:nvSpPr>
            <p:spPr bwMode="auto">
              <a:xfrm>
                <a:off x="6371146" y="4082714"/>
                <a:ext cx="527206" cy="527206"/>
              </a:xfrm>
              <a:prstGeom prst="roundRect">
                <a:avLst>
                  <a:gd name="adj" fmla="val 29154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8900000" scaled="1"/>
              </a:gradFill>
              <a:ln w="6350">
                <a:noFill/>
              </a:ln>
              <a:effectLst>
                <a:innerShdw blurRad="254000" dist="63500" dir="18900000">
                  <a:srgbClr val="FFFFFF">
                    <a:alpha val="30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ts val="1200"/>
                  </a:spcBef>
                  <a:defRPr/>
                </a:pPr>
                <a:endParaRPr lang="en-US" sz="1200">
                  <a:solidFill>
                    <a:srgbClr val="FFFFFF"/>
                  </a:solidFill>
                  <a:latin typeface="Poppins"/>
                </a:endParaRPr>
              </a:p>
            </p:txBody>
          </p:sp>
        </p:grpSp>
        <p:sp>
          <p:nvSpPr>
            <p:cNvPr id="3" name="TextBox 2"/>
            <p:cNvSpPr txBox="1"/>
            <p:nvPr/>
          </p:nvSpPr>
          <p:spPr bwMode="auto">
            <a:xfrm>
              <a:off x="6285562" y="1996063"/>
              <a:ext cx="272964" cy="272964"/>
            </a:xfrm>
            <a:custGeom>
              <a:avLst/>
              <a:gdLst>
                <a:gd name="connsiteX0" fmla="*/ 264319 w 352425"/>
                <a:gd name="connsiteY0" fmla="*/ 176213 h 352425"/>
                <a:gd name="connsiteX1" fmla="*/ 264319 w 352425"/>
                <a:gd name="connsiteY1" fmla="*/ 242292 h 352425"/>
                <a:gd name="connsiteX2" fmla="*/ 275332 w 352425"/>
                <a:gd name="connsiteY2" fmla="*/ 242292 h 352425"/>
                <a:gd name="connsiteX3" fmla="*/ 308372 w 352425"/>
                <a:gd name="connsiteY3" fmla="*/ 209253 h 352425"/>
                <a:gd name="connsiteX4" fmla="*/ 275332 w 352425"/>
                <a:gd name="connsiteY4" fmla="*/ 176213 h 352425"/>
                <a:gd name="connsiteX5" fmla="*/ 22027 w 352425"/>
                <a:gd name="connsiteY5" fmla="*/ 132160 h 352425"/>
                <a:gd name="connsiteX6" fmla="*/ 275332 w 352425"/>
                <a:gd name="connsiteY6" fmla="*/ 132160 h 352425"/>
                <a:gd name="connsiteX7" fmla="*/ 352425 w 352425"/>
                <a:gd name="connsiteY7" fmla="*/ 209253 h 352425"/>
                <a:gd name="connsiteX8" fmla="*/ 275332 w 352425"/>
                <a:gd name="connsiteY8" fmla="*/ 286346 h 352425"/>
                <a:gd name="connsiteX9" fmla="*/ 264319 w 352425"/>
                <a:gd name="connsiteY9" fmla="*/ 286346 h 352425"/>
                <a:gd name="connsiteX10" fmla="*/ 198239 w 352425"/>
                <a:gd name="connsiteY10" fmla="*/ 352425 h 352425"/>
                <a:gd name="connsiteX11" fmla="*/ 66080 w 352425"/>
                <a:gd name="connsiteY11" fmla="*/ 352425 h 352425"/>
                <a:gd name="connsiteX12" fmla="*/ 0 w 352425"/>
                <a:gd name="connsiteY12" fmla="*/ 286346 h 352425"/>
                <a:gd name="connsiteX13" fmla="*/ 0 w 352425"/>
                <a:gd name="connsiteY13" fmla="*/ 154186 h 352425"/>
                <a:gd name="connsiteX14" fmla="*/ 22027 w 352425"/>
                <a:gd name="connsiteY14" fmla="*/ 132160 h 352425"/>
                <a:gd name="connsiteX15" fmla="*/ 132435 w 352425"/>
                <a:gd name="connsiteY15" fmla="*/ 0 h 352425"/>
                <a:gd name="connsiteX16" fmla="*/ 143723 w 352425"/>
                <a:gd name="connsiteY16" fmla="*/ 0 h 352425"/>
                <a:gd name="connsiteX17" fmla="*/ 154806 w 352425"/>
                <a:gd name="connsiteY17" fmla="*/ 9499 h 352425"/>
                <a:gd name="connsiteX18" fmla="*/ 172977 w 352425"/>
                <a:gd name="connsiteY18" fmla="*/ 46325 h 352425"/>
                <a:gd name="connsiteX19" fmla="*/ 198171 w 352425"/>
                <a:gd name="connsiteY19" fmla="*/ 97743 h 352425"/>
                <a:gd name="connsiteX20" fmla="*/ 186950 w 352425"/>
                <a:gd name="connsiteY20" fmla="*/ 110133 h 352425"/>
                <a:gd name="connsiteX21" fmla="*/ 175593 w 352425"/>
                <a:gd name="connsiteY21" fmla="*/ 110133 h 352425"/>
                <a:gd name="connsiteX22" fmla="*/ 164579 w 352425"/>
                <a:gd name="connsiteY22" fmla="*/ 100841 h 352425"/>
                <a:gd name="connsiteX23" fmla="*/ 149161 w 352425"/>
                <a:gd name="connsiteY23" fmla="*/ 70486 h 352425"/>
                <a:gd name="connsiteX24" fmla="*/ 121215 w 352425"/>
                <a:gd name="connsiteY24" fmla="*/ 12390 h 352425"/>
                <a:gd name="connsiteX25" fmla="*/ 132435 w 352425"/>
                <a:gd name="connsiteY25" fmla="*/ 0 h 352425"/>
                <a:gd name="connsiteX26" fmla="*/ 55341 w 352425"/>
                <a:gd name="connsiteY26" fmla="*/ 0 h 352425"/>
                <a:gd name="connsiteX27" fmla="*/ 66629 w 352425"/>
                <a:gd name="connsiteY27" fmla="*/ 0 h 352425"/>
                <a:gd name="connsiteX28" fmla="*/ 77712 w 352425"/>
                <a:gd name="connsiteY28" fmla="*/ 9499 h 352425"/>
                <a:gd name="connsiteX29" fmla="*/ 95883 w 352425"/>
                <a:gd name="connsiteY29" fmla="*/ 46325 h 352425"/>
                <a:gd name="connsiteX30" fmla="*/ 121077 w 352425"/>
                <a:gd name="connsiteY30" fmla="*/ 97743 h 352425"/>
                <a:gd name="connsiteX31" fmla="*/ 109856 w 352425"/>
                <a:gd name="connsiteY31" fmla="*/ 110133 h 352425"/>
                <a:gd name="connsiteX32" fmla="*/ 98499 w 352425"/>
                <a:gd name="connsiteY32" fmla="*/ 110133 h 352425"/>
                <a:gd name="connsiteX33" fmla="*/ 87485 w 352425"/>
                <a:gd name="connsiteY33" fmla="*/ 100841 h 352425"/>
                <a:gd name="connsiteX34" fmla="*/ 72067 w 352425"/>
                <a:gd name="connsiteY34" fmla="*/ 70486 h 352425"/>
                <a:gd name="connsiteX35" fmla="*/ 44121 w 352425"/>
                <a:gd name="connsiteY35" fmla="*/ 12390 h 352425"/>
                <a:gd name="connsiteX36" fmla="*/ 55341 w 352425"/>
                <a:gd name="connsiteY36" fmla="*/ 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352425" h="352425" extrusionOk="0">
                  <a:moveTo>
                    <a:pt x="264319" y="176213"/>
                  </a:moveTo>
                  <a:lnTo>
                    <a:pt x="264319" y="242292"/>
                  </a:lnTo>
                  <a:lnTo>
                    <a:pt x="275332" y="242292"/>
                  </a:lnTo>
                  <a:cubicBezTo>
                    <a:pt x="293573" y="242292"/>
                    <a:pt x="308372" y="227493"/>
                    <a:pt x="308372" y="209253"/>
                  </a:cubicBezTo>
                  <a:cubicBezTo>
                    <a:pt x="308372" y="191012"/>
                    <a:pt x="293573" y="176213"/>
                    <a:pt x="275332" y="176213"/>
                  </a:cubicBezTo>
                  <a:close/>
                  <a:moveTo>
                    <a:pt x="22027" y="132160"/>
                  </a:moveTo>
                  <a:lnTo>
                    <a:pt x="275332" y="132160"/>
                  </a:lnTo>
                  <a:cubicBezTo>
                    <a:pt x="317871" y="132160"/>
                    <a:pt x="352425" y="166714"/>
                    <a:pt x="352425" y="209253"/>
                  </a:cubicBezTo>
                  <a:cubicBezTo>
                    <a:pt x="352425" y="251791"/>
                    <a:pt x="317871" y="286346"/>
                    <a:pt x="275332" y="286346"/>
                  </a:cubicBezTo>
                  <a:lnTo>
                    <a:pt x="264319" y="286346"/>
                  </a:lnTo>
                  <a:cubicBezTo>
                    <a:pt x="264319" y="322827"/>
                    <a:pt x="234721" y="352425"/>
                    <a:pt x="198239" y="352425"/>
                  </a:cubicBezTo>
                  <a:lnTo>
                    <a:pt x="66080" y="352425"/>
                  </a:lnTo>
                  <a:cubicBezTo>
                    <a:pt x="29598" y="352425"/>
                    <a:pt x="0" y="322827"/>
                    <a:pt x="0" y="286346"/>
                  </a:cubicBezTo>
                  <a:lnTo>
                    <a:pt x="0" y="154186"/>
                  </a:lnTo>
                  <a:cubicBezTo>
                    <a:pt x="0" y="142003"/>
                    <a:pt x="9843" y="132160"/>
                    <a:pt x="22027" y="132160"/>
                  </a:cubicBezTo>
                  <a:close/>
                  <a:moveTo>
                    <a:pt x="132435" y="0"/>
                  </a:moveTo>
                  <a:lnTo>
                    <a:pt x="143723" y="0"/>
                  </a:lnTo>
                  <a:cubicBezTo>
                    <a:pt x="149368" y="0"/>
                    <a:pt x="154048" y="4062"/>
                    <a:pt x="154806" y="9499"/>
                  </a:cubicBezTo>
                  <a:cubicBezTo>
                    <a:pt x="156733" y="23403"/>
                    <a:pt x="163066" y="36206"/>
                    <a:pt x="172977" y="46325"/>
                  </a:cubicBezTo>
                  <a:cubicBezTo>
                    <a:pt x="186882" y="60436"/>
                    <a:pt x="195554" y="78332"/>
                    <a:pt x="198171" y="97743"/>
                  </a:cubicBezTo>
                  <a:cubicBezTo>
                    <a:pt x="199065" y="104282"/>
                    <a:pt x="193696" y="110133"/>
                    <a:pt x="186950" y="110133"/>
                  </a:cubicBezTo>
                  <a:lnTo>
                    <a:pt x="175593" y="110133"/>
                  </a:lnTo>
                  <a:cubicBezTo>
                    <a:pt x="170086" y="110133"/>
                    <a:pt x="165475" y="106141"/>
                    <a:pt x="164579" y="100841"/>
                  </a:cubicBezTo>
                  <a:cubicBezTo>
                    <a:pt x="162721" y="89415"/>
                    <a:pt x="157421" y="78883"/>
                    <a:pt x="149161" y="70486"/>
                  </a:cubicBezTo>
                  <a:cubicBezTo>
                    <a:pt x="133605" y="54585"/>
                    <a:pt x="123899" y="34348"/>
                    <a:pt x="121215" y="12390"/>
                  </a:cubicBezTo>
                  <a:cubicBezTo>
                    <a:pt x="120389" y="5851"/>
                    <a:pt x="125689" y="0"/>
                    <a:pt x="132435" y="0"/>
                  </a:cubicBezTo>
                  <a:close/>
                  <a:moveTo>
                    <a:pt x="55341" y="0"/>
                  </a:moveTo>
                  <a:lnTo>
                    <a:pt x="66629" y="0"/>
                  </a:lnTo>
                  <a:cubicBezTo>
                    <a:pt x="72274" y="0"/>
                    <a:pt x="76954" y="4062"/>
                    <a:pt x="77712" y="9499"/>
                  </a:cubicBezTo>
                  <a:cubicBezTo>
                    <a:pt x="79639" y="23403"/>
                    <a:pt x="85972" y="36206"/>
                    <a:pt x="95883" y="46325"/>
                  </a:cubicBezTo>
                  <a:cubicBezTo>
                    <a:pt x="109788" y="60436"/>
                    <a:pt x="118460" y="78332"/>
                    <a:pt x="121077" y="97743"/>
                  </a:cubicBezTo>
                  <a:cubicBezTo>
                    <a:pt x="121971" y="104282"/>
                    <a:pt x="116602" y="110133"/>
                    <a:pt x="109856" y="110133"/>
                  </a:cubicBezTo>
                  <a:lnTo>
                    <a:pt x="98499" y="110133"/>
                  </a:lnTo>
                  <a:cubicBezTo>
                    <a:pt x="92992" y="110133"/>
                    <a:pt x="88381" y="106141"/>
                    <a:pt x="87485" y="100841"/>
                  </a:cubicBezTo>
                  <a:cubicBezTo>
                    <a:pt x="85628" y="89415"/>
                    <a:pt x="80327" y="78883"/>
                    <a:pt x="72067" y="70486"/>
                  </a:cubicBezTo>
                  <a:cubicBezTo>
                    <a:pt x="56511" y="54585"/>
                    <a:pt x="46805" y="34348"/>
                    <a:pt x="44121" y="12390"/>
                  </a:cubicBezTo>
                  <a:cubicBezTo>
                    <a:pt x="43364" y="5851"/>
                    <a:pt x="48595" y="0"/>
                    <a:pt x="553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2800">
                <a:latin typeface="Poppins"/>
              </a:endParaRPr>
            </a:p>
          </p:txBody>
        </p:sp>
      </p:grpSp>
      <p:sp>
        <p:nvSpPr>
          <p:cNvPr id="5" name="Rectangle: Rounded Corners 148">
            <a:extLst>
              <a:ext uri="{FF2B5EF4-FFF2-40B4-BE49-F238E27FC236}">
                <a16:creationId xmlns:a16="http://schemas.microsoft.com/office/drawing/2014/main" id="{CA7D21DA-27DA-8781-07EF-16D8033C751F}"/>
              </a:ext>
            </a:extLst>
          </p:cNvPr>
          <p:cNvSpPr/>
          <p:nvPr/>
        </p:nvSpPr>
        <p:spPr bwMode="auto">
          <a:xfrm>
            <a:off x="1109350" y="5352861"/>
            <a:ext cx="611974" cy="516992"/>
          </a:xfrm>
          <a:prstGeom prst="roundRect">
            <a:avLst>
              <a:gd name="adj" fmla="val 29154"/>
            </a:avLst>
          </a:prstGeom>
          <a:solidFill>
            <a:srgbClr val="F1F4F8"/>
          </a:solidFill>
          <a:ln>
            <a:noFill/>
          </a:ln>
          <a:effectLst>
            <a:outerShdw blurRad="254000" dist="254000" dir="18900000" algn="bl" rotWithShape="0">
              <a:schemeClr val="bg2">
                <a:alpha val="35922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grpSp>
        <p:nvGrpSpPr>
          <p:cNvPr id="29364910" name="Group 9"/>
          <p:cNvGrpSpPr/>
          <p:nvPr/>
        </p:nvGrpSpPr>
        <p:grpSpPr bwMode="auto">
          <a:xfrm>
            <a:off x="1074763" y="4507553"/>
            <a:ext cx="5765649" cy="2102862"/>
            <a:chOff x="6150734" y="3899105"/>
            <a:chExt cx="4980363" cy="2144404"/>
          </a:xfrm>
        </p:grpSpPr>
        <p:grpSp>
          <p:nvGrpSpPr>
            <p:cNvPr id="14" name="Group 13"/>
            <p:cNvGrpSpPr/>
            <p:nvPr/>
          </p:nvGrpSpPr>
          <p:grpSpPr bwMode="auto">
            <a:xfrm>
              <a:off x="6368028" y="3899105"/>
              <a:ext cx="4763069" cy="2144404"/>
              <a:chOff x="6368028" y="3899105"/>
              <a:chExt cx="4763069" cy="2144404"/>
            </a:xfrm>
          </p:grpSpPr>
          <p:sp>
            <p:nvSpPr>
              <p:cNvPr id="62" name="Oval 46"/>
              <p:cNvSpPr/>
              <p:nvPr/>
            </p:nvSpPr>
            <p:spPr bwMode="auto">
              <a:xfrm>
                <a:off x="6368028" y="3899105"/>
                <a:ext cx="4763069" cy="2144404"/>
              </a:xfrm>
              <a:prstGeom prst="roundRect">
                <a:avLst>
                  <a:gd name="adj" fmla="val 12759"/>
                </a:avLst>
              </a:prstGeom>
              <a:solidFill>
                <a:schemeClr val="bg1"/>
              </a:solidFill>
              <a:ln>
                <a:noFill/>
              </a:ln>
              <a:effectLst>
                <a:innerShdw blurRad="163986" dist="63500" dir="18300000">
                  <a:schemeClr val="tx1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61" name="Oval 45"/>
              <p:cNvSpPr/>
              <p:nvPr/>
            </p:nvSpPr>
            <p:spPr bwMode="auto">
              <a:xfrm>
                <a:off x="6368028" y="3899105"/>
                <a:ext cx="4763069" cy="2144404"/>
              </a:xfrm>
              <a:prstGeom prst="roundRect">
                <a:avLst>
                  <a:gd name="adj" fmla="val 8049"/>
                </a:avLst>
              </a:prstGeom>
              <a:solidFill>
                <a:schemeClr val="bg1">
                  <a:alpha val="90000"/>
                </a:schemeClr>
              </a:solidFill>
              <a:ln w="6350">
                <a:solidFill>
                  <a:schemeClr val="bg2">
                    <a:alpha val="50000"/>
                  </a:schemeClr>
                </a:solidFill>
              </a:ln>
              <a:effectLst>
                <a:innerShdw blurRad="63500" dist="63500" dir="8100000">
                  <a:schemeClr val="bg2">
                    <a:alpha val="5000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</p:grpSp>
        <p:sp>
          <p:nvSpPr>
            <p:cNvPr id="64" name="TextBox 63"/>
            <p:cNvSpPr txBox="1"/>
            <p:nvPr/>
          </p:nvSpPr>
          <p:spPr bwMode="auto">
            <a:xfrm>
              <a:off x="6709233" y="4122570"/>
              <a:ext cx="4185996" cy="149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/>
                  <a:cs typeface="Open Sans"/>
                </a:defRPr>
              </a:lvl1pPr>
            </a:lstStyle>
            <a:p>
              <a:pPr>
                <a:defRPr/>
              </a:pPr>
              <a:r>
                <a:rPr lang="en-US" sz="2400" b="1" dirty="0">
                  <a:latin typeface="Aptos"/>
                  <a:ea typeface="Aptos"/>
                  <a:cs typeface="Times New Roman"/>
                </a:rPr>
                <a:t>Both Group Pass: 3,345 (14.07%)</a:t>
              </a:r>
              <a:endParaRPr lang="en-US" sz="2400" dirty="0">
                <a:latin typeface="Aptos"/>
                <a:ea typeface="Aptos"/>
                <a:cs typeface="Times New Roman"/>
              </a:endParaRPr>
            </a:p>
            <a:p>
              <a:pPr marL="285750" indent="-285750">
                <a:spcBef>
                  <a:spcPts val="600"/>
                </a:spcBef>
                <a:buFont typeface="Arial"/>
                <a:buChar char="•"/>
                <a:defRPr/>
              </a:pPr>
              <a:r>
                <a: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/>
                  <a:ea typeface="Aptos"/>
                  <a:cs typeface="Times New Roman"/>
                </a:rPr>
                <a:t>Much better than previous attempt with only 2,446 (10.97%) both group pass-out %.</a:t>
              </a: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grpSp>
          <p:nvGrpSpPr>
            <p:cNvPr id="18" name="Group 17"/>
            <p:cNvGrpSpPr/>
            <p:nvPr/>
          </p:nvGrpSpPr>
          <p:grpSpPr bwMode="auto">
            <a:xfrm>
              <a:off x="6150734" y="4706403"/>
              <a:ext cx="530326" cy="529809"/>
              <a:chOff x="6368026" y="4307691"/>
              <a:chExt cx="530326" cy="529809"/>
            </a:xfrm>
          </p:grpSpPr>
          <p:sp>
            <p:nvSpPr>
              <p:cNvPr id="20" name="Rectangle: Rounded Corners 148"/>
              <p:cNvSpPr/>
              <p:nvPr/>
            </p:nvSpPr>
            <p:spPr bwMode="auto">
              <a:xfrm>
                <a:off x="6368026" y="4310294"/>
                <a:ext cx="527206" cy="527206"/>
              </a:xfrm>
              <a:prstGeom prst="roundRect">
                <a:avLst>
                  <a:gd name="adj" fmla="val 29154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254000" dist="254000" dir="18900000" algn="bl" rotWithShape="0">
                  <a:schemeClr val="bg2">
                    <a:alpha val="35922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US">
                  <a:latin typeface="Poppins"/>
                </a:endParaRPr>
              </a:p>
            </p:txBody>
          </p:sp>
          <p:sp>
            <p:nvSpPr>
              <p:cNvPr id="22" name="Rectangle: Rounded Corners 148"/>
              <p:cNvSpPr/>
              <p:nvPr/>
            </p:nvSpPr>
            <p:spPr bwMode="auto">
              <a:xfrm>
                <a:off x="6371146" y="4307691"/>
                <a:ext cx="527206" cy="527206"/>
              </a:xfrm>
              <a:prstGeom prst="roundRect">
                <a:avLst>
                  <a:gd name="adj" fmla="val 29154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18900000" scaled="1"/>
              </a:gradFill>
              <a:ln w="6350">
                <a:noFill/>
              </a:ln>
              <a:effectLst>
                <a:innerShdw blurRad="254000" dist="63500" dir="18900000">
                  <a:srgbClr val="FFFFFF">
                    <a:alpha val="30000"/>
                  </a:srgb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spcBef>
                    <a:spcPts val="1200"/>
                  </a:spcBef>
                  <a:defRPr/>
                </a:pPr>
                <a:endParaRPr lang="en-US" sz="1200">
                  <a:solidFill>
                    <a:srgbClr val="FFFFFF"/>
                  </a:solidFill>
                  <a:latin typeface="Poppins"/>
                </a:endParaRPr>
              </a:p>
            </p:txBody>
          </p:sp>
        </p:grpSp>
        <p:sp>
          <p:nvSpPr>
            <p:cNvPr id="4" name="TextBox 3"/>
            <p:cNvSpPr txBox="1"/>
            <p:nvPr/>
          </p:nvSpPr>
          <p:spPr bwMode="auto">
            <a:xfrm>
              <a:off x="6241508" y="4841224"/>
              <a:ext cx="341205" cy="272965"/>
            </a:xfrm>
            <a:custGeom>
              <a:avLst/>
              <a:gdLst>
                <a:gd name="connsiteX0" fmla="*/ 330399 w 440531"/>
                <a:gd name="connsiteY0" fmla="*/ 225774 h 352426"/>
                <a:gd name="connsiteX1" fmla="*/ 313879 w 440531"/>
                <a:gd name="connsiteY1" fmla="*/ 242294 h 352426"/>
                <a:gd name="connsiteX2" fmla="*/ 330399 w 440531"/>
                <a:gd name="connsiteY2" fmla="*/ 258813 h 352426"/>
                <a:gd name="connsiteX3" fmla="*/ 346919 w 440531"/>
                <a:gd name="connsiteY3" fmla="*/ 242294 h 352426"/>
                <a:gd name="connsiteX4" fmla="*/ 330399 w 440531"/>
                <a:gd name="connsiteY4" fmla="*/ 225774 h 352426"/>
                <a:gd name="connsiteX5" fmla="*/ 154185 w 440531"/>
                <a:gd name="connsiteY5" fmla="*/ 225773 h 352426"/>
                <a:gd name="connsiteX6" fmla="*/ 137665 w 440531"/>
                <a:gd name="connsiteY6" fmla="*/ 242293 h 352426"/>
                <a:gd name="connsiteX7" fmla="*/ 154185 w 440531"/>
                <a:gd name="connsiteY7" fmla="*/ 258812 h 352426"/>
                <a:gd name="connsiteX8" fmla="*/ 170705 w 440531"/>
                <a:gd name="connsiteY8" fmla="*/ 242293 h 352426"/>
                <a:gd name="connsiteX9" fmla="*/ 154185 w 440531"/>
                <a:gd name="connsiteY9" fmla="*/ 225773 h 352426"/>
                <a:gd name="connsiteX10" fmla="*/ 242291 w 440531"/>
                <a:gd name="connsiteY10" fmla="*/ 137666 h 352426"/>
                <a:gd name="connsiteX11" fmla="*/ 225772 w 440531"/>
                <a:gd name="connsiteY11" fmla="*/ 154186 h 352426"/>
                <a:gd name="connsiteX12" fmla="*/ 242291 w 440531"/>
                <a:gd name="connsiteY12" fmla="*/ 170706 h 352426"/>
                <a:gd name="connsiteX13" fmla="*/ 258811 w 440531"/>
                <a:gd name="connsiteY13" fmla="*/ 154186 h 352426"/>
                <a:gd name="connsiteX14" fmla="*/ 242291 w 440531"/>
                <a:gd name="connsiteY14" fmla="*/ 137666 h 352426"/>
                <a:gd name="connsiteX15" fmla="*/ 154185 w 440531"/>
                <a:gd name="connsiteY15" fmla="*/ 137666 h 352426"/>
                <a:gd name="connsiteX16" fmla="*/ 137665 w 440531"/>
                <a:gd name="connsiteY16" fmla="*/ 154186 h 352426"/>
                <a:gd name="connsiteX17" fmla="*/ 154185 w 440531"/>
                <a:gd name="connsiteY17" fmla="*/ 170706 h 352426"/>
                <a:gd name="connsiteX18" fmla="*/ 170705 w 440531"/>
                <a:gd name="connsiteY18" fmla="*/ 154186 h 352426"/>
                <a:gd name="connsiteX19" fmla="*/ 154185 w 440531"/>
                <a:gd name="connsiteY19" fmla="*/ 137666 h 352426"/>
                <a:gd name="connsiteX20" fmla="*/ 66079 w 440531"/>
                <a:gd name="connsiteY20" fmla="*/ 137666 h 352426"/>
                <a:gd name="connsiteX21" fmla="*/ 49559 w 440531"/>
                <a:gd name="connsiteY21" fmla="*/ 154186 h 352426"/>
                <a:gd name="connsiteX22" fmla="*/ 66079 w 440531"/>
                <a:gd name="connsiteY22" fmla="*/ 170706 h 352426"/>
                <a:gd name="connsiteX23" fmla="*/ 82599 w 440531"/>
                <a:gd name="connsiteY23" fmla="*/ 154186 h 352426"/>
                <a:gd name="connsiteX24" fmla="*/ 66079 w 440531"/>
                <a:gd name="connsiteY24" fmla="*/ 137666 h 352426"/>
                <a:gd name="connsiteX25" fmla="*/ 325759 w 440531"/>
                <a:gd name="connsiteY25" fmla="*/ 132161 h 352426"/>
                <a:gd name="connsiteX26" fmla="*/ 407492 w 440531"/>
                <a:gd name="connsiteY26" fmla="*/ 132161 h 352426"/>
                <a:gd name="connsiteX27" fmla="*/ 440531 w 440531"/>
                <a:gd name="connsiteY27" fmla="*/ 165201 h 352426"/>
                <a:gd name="connsiteX28" fmla="*/ 440531 w 440531"/>
                <a:gd name="connsiteY28" fmla="*/ 319387 h 352426"/>
                <a:gd name="connsiteX29" fmla="*/ 407492 w 440531"/>
                <a:gd name="connsiteY29" fmla="*/ 352426 h 352426"/>
                <a:gd name="connsiteX30" fmla="*/ 253306 w 440531"/>
                <a:gd name="connsiteY30" fmla="*/ 352426 h 352426"/>
                <a:gd name="connsiteX31" fmla="*/ 220266 w 440531"/>
                <a:gd name="connsiteY31" fmla="*/ 319387 h 352426"/>
                <a:gd name="connsiteX32" fmla="*/ 220266 w 440531"/>
                <a:gd name="connsiteY32" fmla="*/ 287434 h 352426"/>
                <a:gd name="connsiteX33" fmla="*/ 314058 w 440531"/>
                <a:gd name="connsiteY33" fmla="*/ 193643 h 352426"/>
                <a:gd name="connsiteX34" fmla="*/ 325759 w 440531"/>
                <a:gd name="connsiteY34" fmla="*/ 132161 h 352426"/>
                <a:gd name="connsiteX35" fmla="*/ 154185 w 440531"/>
                <a:gd name="connsiteY35" fmla="*/ 49560 h 352426"/>
                <a:gd name="connsiteX36" fmla="*/ 137665 w 440531"/>
                <a:gd name="connsiteY36" fmla="*/ 66080 h 352426"/>
                <a:gd name="connsiteX37" fmla="*/ 154185 w 440531"/>
                <a:gd name="connsiteY37" fmla="*/ 82600 h 352426"/>
                <a:gd name="connsiteX38" fmla="*/ 170705 w 440531"/>
                <a:gd name="connsiteY38" fmla="*/ 66080 h 352426"/>
                <a:gd name="connsiteX39" fmla="*/ 154185 w 440531"/>
                <a:gd name="connsiteY39" fmla="*/ 49560 h 352426"/>
                <a:gd name="connsiteX40" fmla="*/ 154189 w 440531"/>
                <a:gd name="connsiteY40" fmla="*/ 0 h 352426"/>
                <a:gd name="connsiteX41" fmla="*/ 178070 w 440531"/>
                <a:gd name="connsiteY41" fmla="*/ 9892 h 352426"/>
                <a:gd name="connsiteX42" fmla="*/ 298480 w 440531"/>
                <a:gd name="connsiteY42" fmla="*/ 130301 h 352426"/>
                <a:gd name="connsiteX43" fmla="*/ 298480 w 440531"/>
                <a:gd name="connsiteY43" fmla="*/ 178071 h 352426"/>
                <a:gd name="connsiteX44" fmla="*/ 178064 w 440531"/>
                <a:gd name="connsiteY44" fmla="*/ 298481 h 352426"/>
                <a:gd name="connsiteX45" fmla="*/ 130300 w 440531"/>
                <a:gd name="connsiteY45" fmla="*/ 298481 h 352426"/>
                <a:gd name="connsiteX46" fmla="*/ 9891 w 440531"/>
                <a:gd name="connsiteY46" fmla="*/ 178065 h 352426"/>
                <a:gd name="connsiteX47" fmla="*/ 9891 w 440531"/>
                <a:gd name="connsiteY47" fmla="*/ 130301 h 352426"/>
                <a:gd name="connsiteX48" fmla="*/ 130307 w 440531"/>
                <a:gd name="connsiteY48" fmla="*/ 9892 h 352426"/>
                <a:gd name="connsiteX49" fmla="*/ 154189 w 440531"/>
                <a:gd name="connsiteY49" fmla="*/ 0 h 35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440531" h="352426" extrusionOk="0">
                  <a:moveTo>
                    <a:pt x="330399" y="225774"/>
                  </a:moveTo>
                  <a:cubicBezTo>
                    <a:pt x="321278" y="225774"/>
                    <a:pt x="313879" y="233166"/>
                    <a:pt x="313879" y="242294"/>
                  </a:cubicBezTo>
                  <a:cubicBezTo>
                    <a:pt x="313879" y="251414"/>
                    <a:pt x="321278" y="258813"/>
                    <a:pt x="330399" y="258813"/>
                  </a:cubicBezTo>
                  <a:cubicBezTo>
                    <a:pt x="339519" y="258813"/>
                    <a:pt x="346919" y="251414"/>
                    <a:pt x="346919" y="242294"/>
                  </a:cubicBezTo>
                  <a:cubicBezTo>
                    <a:pt x="346919" y="233166"/>
                    <a:pt x="339519" y="225774"/>
                    <a:pt x="330399" y="225774"/>
                  </a:cubicBezTo>
                  <a:close/>
                  <a:moveTo>
                    <a:pt x="154185" y="225773"/>
                  </a:moveTo>
                  <a:cubicBezTo>
                    <a:pt x="145065" y="225773"/>
                    <a:pt x="137665" y="233165"/>
                    <a:pt x="137665" y="242293"/>
                  </a:cubicBezTo>
                  <a:cubicBezTo>
                    <a:pt x="137665" y="251413"/>
                    <a:pt x="145065" y="258812"/>
                    <a:pt x="154185" y="258812"/>
                  </a:cubicBezTo>
                  <a:cubicBezTo>
                    <a:pt x="163306" y="258812"/>
                    <a:pt x="170705" y="251413"/>
                    <a:pt x="170705" y="242293"/>
                  </a:cubicBezTo>
                  <a:cubicBezTo>
                    <a:pt x="170705" y="233165"/>
                    <a:pt x="163306" y="225773"/>
                    <a:pt x="154185" y="225773"/>
                  </a:cubicBezTo>
                  <a:close/>
                  <a:moveTo>
                    <a:pt x="242291" y="137666"/>
                  </a:moveTo>
                  <a:cubicBezTo>
                    <a:pt x="233171" y="137666"/>
                    <a:pt x="225772" y="145059"/>
                    <a:pt x="225772" y="154186"/>
                  </a:cubicBezTo>
                  <a:cubicBezTo>
                    <a:pt x="225772" y="163307"/>
                    <a:pt x="233171" y="170706"/>
                    <a:pt x="242291" y="170706"/>
                  </a:cubicBezTo>
                  <a:cubicBezTo>
                    <a:pt x="251412" y="170706"/>
                    <a:pt x="258811" y="163307"/>
                    <a:pt x="258811" y="154186"/>
                  </a:cubicBezTo>
                  <a:cubicBezTo>
                    <a:pt x="258811" y="145059"/>
                    <a:pt x="251412" y="137666"/>
                    <a:pt x="242291" y="137666"/>
                  </a:cubicBezTo>
                  <a:close/>
                  <a:moveTo>
                    <a:pt x="154185" y="137666"/>
                  </a:moveTo>
                  <a:cubicBezTo>
                    <a:pt x="145065" y="137666"/>
                    <a:pt x="137665" y="145059"/>
                    <a:pt x="137665" y="154186"/>
                  </a:cubicBezTo>
                  <a:cubicBezTo>
                    <a:pt x="137665" y="163307"/>
                    <a:pt x="145065" y="170706"/>
                    <a:pt x="154185" y="170706"/>
                  </a:cubicBezTo>
                  <a:cubicBezTo>
                    <a:pt x="163306" y="170706"/>
                    <a:pt x="170705" y="163307"/>
                    <a:pt x="170705" y="154186"/>
                  </a:cubicBezTo>
                  <a:cubicBezTo>
                    <a:pt x="170705" y="145059"/>
                    <a:pt x="163306" y="137666"/>
                    <a:pt x="154185" y="137666"/>
                  </a:cubicBezTo>
                  <a:close/>
                  <a:moveTo>
                    <a:pt x="66079" y="137666"/>
                  </a:moveTo>
                  <a:cubicBezTo>
                    <a:pt x="56959" y="137666"/>
                    <a:pt x="49559" y="145059"/>
                    <a:pt x="49559" y="154186"/>
                  </a:cubicBezTo>
                  <a:cubicBezTo>
                    <a:pt x="49559" y="163307"/>
                    <a:pt x="56959" y="170706"/>
                    <a:pt x="66079" y="170706"/>
                  </a:cubicBezTo>
                  <a:cubicBezTo>
                    <a:pt x="75199" y="170706"/>
                    <a:pt x="82599" y="163307"/>
                    <a:pt x="82599" y="154186"/>
                  </a:cubicBezTo>
                  <a:cubicBezTo>
                    <a:pt x="82599" y="145059"/>
                    <a:pt x="75199" y="137666"/>
                    <a:pt x="66079" y="137666"/>
                  </a:cubicBezTo>
                  <a:close/>
                  <a:moveTo>
                    <a:pt x="325759" y="132161"/>
                  </a:moveTo>
                  <a:lnTo>
                    <a:pt x="407492" y="132161"/>
                  </a:lnTo>
                  <a:cubicBezTo>
                    <a:pt x="425739" y="132161"/>
                    <a:pt x="440531" y="146953"/>
                    <a:pt x="440531" y="165201"/>
                  </a:cubicBezTo>
                  <a:lnTo>
                    <a:pt x="440531" y="319387"/>
                  </a:lnTo>
                  <a:cubicBezTo>
                    <a:pt x="440531" y="337634"/>
                    <a:pt x="425739" y="352426"/>
                    <a:pt x="407492" y="352426"/>
                  </a:cubicBezTo>
                  <a:lnTo>
                    <a:pt x="253306" y="352426"/>
                  </a:lnTo>
                  <a:cubicBezTo>
                    <a:pt x="235058" y="352426"/>
                    <a:pt x="220266" y="337634"/>
                    <a:pt x="220266" y="319387"/>
                  </a:cubicBezTo>
                  <a:lnTo>
                    <a:pt x="220266" y="287434"/>
                  </a:lnTo>
                  <a:lnTo>
                    <a:pt x="314058" y="193643"/>
                  </a:lnTo>
                  <a:cubicBezTo>
                    <a:pt x="330660" y="177040"/>
                    <a:pt x="334494" y="152528"/>
                    <a:pt x="325759" y="132161"/>
                  </a:cubicBezTo>
                  <a:close/>
                  <a:moveTo>
                    <a:pt x="154185" y="49560"/>
                  </a:moveTo>
                  <a:cubicBezTo>
                    <a:pt x="145065" y="49560"/>
                    <a:pt x="137665" y="56953"/>
                    <a:pt x="137665" y="66080"/>
                  </a:cubicBezTo>
                  <a:cubicBezTo>
                    <a:pt x="137665" y="75200"/>
                    <a:pt x="145065" y="82600"/>
                    <a:pt x="154185" y="82600"/>
                  </a:cubicBezTo>
                  <a:cubicBezTo>
                    <a:pt x="163306" y="82600"/>
                    <a:pt x="170705" y="75200"/>
                    <a:pt x="170705" y="66080"/>
                  </a:cubicBezTo>
                  <a:cubicBezTo>
                    <a:pt x="170705" y="56953"/>
                    <a:pt x="163306" y="49560"/>
                    <a:pt x="154185" y="49560"/>
                  </a:cubicBezTo>
                  <a:close/>
                  <a:moveTo>
                    <a:pt x="154189" y="0"/>
                  </a:moveTo>
                  <a:cubicBezTo>
                    <a:pt x="162832" y="0"/>
                    <a:pt x="171476" y="3298"/>
                    <a:pt x="178070" y="9892"/>
                  </a:cubicBezTo>
                  <a:lnTo>
                    <a:pt x="298480" y="130301"/>
                  </a:lnTo>
                  <a:cubicBezTo>
                    <a:pt x="311668" y="143490"/>
                    <a:pt x="311668" y="164876"/>
                    <a:pt x="298480" y="178071"/>
                  </a:cubicBezTo>
                  <a:lnTo>
                    <a:pt x="178064" y="298481"/>
                  </a:lnTo>
                  <a:cubicBezTo>
                    <a:pt x="164875" y="311669"/>
                    <a:pt x="143489" y="311669"/>
                    <a:pt x="130300" y="298481"/>
                  </a:cubicBezTo>
                  <a:lnTo>
                    <a:pt x="9891" y="178065"/>
                  </a:lnTo>
                  <a:cubicBezTo>
                    <a:pt x="-3298" y="164876"/>
                    <a:pt x="-3298" y="143490"/>
                    <a:pt x="9891" y="130301"/>
                  </a:cubicBezTo>
                  <a:lnTo>
                    <a:pt x="130307" y="9892"/>
                  </a:lnTo>
                  <a:cubicBezTo>
                    <a:pt x="136901" y="3298"/>
                    <a:pt x="145545" y="0"/>
                    <a:pt x="15418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endParaRPr lang="en-US" sz="2800">
                <a:latin typeface="Poppins"/>
              </a:endParaRPr>
            </a:p>
          </p:txBody>
        </p:sp>
      </p:grpSp>
      <p:sp useBgFill="1">
        <p:nvSpPr>
          <p:cNvPr id="68133521" name="Rectangle 25"/>
          <p:cNvSpPr/>
          <p:nvPr/>
        </p:nvSpPr>
        <p:spPr bwMode="auto">
          <a:xfrm>
            <a:off x="7259957" y="2293245"/>
            <a:ext cx="4921883" cy="4162526"/>
          </a:xfrm>
          <a:custGeom>
            <a:avLst/>
            <a:gdLst>
              <a:gd name="csX0" fmla="*/ 0 w 4921883"/>
              <a:gd name="csY0" fmla="*/ 0 h 4162526"/>
              <a:gd name="csX1" fmla="*/ 4921883 w 4921883"/>
              <a:gd name="csY1" fmla="*/ 0 h 4162526"/>
              <a:gd name="csX2" fmla="*/ 4921883 w 4921883"/>
              <a:gd name="csY2" fmla="*/ 4162526 h 4162526"/>
              <a:gd name="csX3" fmla="*/ 0 w 4921883"/>
              <a:gd name="csY3" fmla="*/ 4162526 h 4162526"/>
              <a:gd name="csX4" fmla="*/ 0 w 4921883"/>
              <a:gd name="csY4" fmla="*/ 0 h 41625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921883" h="4162526" fill="none" extrusionOk="0">
                <a:moveTo>
                  <a:pt x="0" y="0"/>
                </a:moveTo>
                <a:cubicBezTo>
                  <a:pt x="766028" y="-49533"/>
                  <a:pt x="3825219" y="-14809"/>
                  <a:pt x="4921883" y="0"/>
                </a:cubicBezTo>
                <a:cubicBezTo>
                  <a:pt x="5009522" y="486194"/>
                  <a:pt x="4849204" y="2785950"/>
                  <a:pt x="4921883" y="4162526"/>
                </a:cubicBezTo>
                <a:cubicBezTo>
                  <a:pt x="3091419" y="4114295"/>
                  <a:pt x="1000351" y="4246981"/>
                  <a:pt x="0" y="4162526"/>
                </a:cubicBezTo>
                <a:cubicBezTo>
                  <a:pt x="-38581" y="2943692"/>
                  <a:pt x="63341" y="1255120"/>
                  <a:pt x="0" y="0"/>
                </a:cubicBezTo>
                <a:close/>
              </a:path>
              <a:path w="4921883" h="4162526" stroke="0" extrusionOk="0">
                <a:moveTo>
                  <a:pt x="0" y="0"/>
                </a:moveTo>
                <a:cubicBezTo>
                  <a:pt x="961152" y="118645"/>
                  <a:pt x="2795724" y="116012"/>
                  <a:pt x="4921883" y="0"/>
                </a:cubicBezTo>
                <a:cubicBezTo>
                  <a:pt x="4789001" y="1606508"/>
                  <a:pt x="5006834" y="2792895"/>
                  <a:pt x="4921883" y="4162526"/>
                </a:cubicBezTo>
                <a:cubicBezTo>
                  <a:pt x="4207711" y="4297126"/>
                  <a:pt x="1632761" y="4005330"/>
                  <a:pt x="0" y="4162526"/>
                </a:cubicBezTo>
                <a:cubicBezTo>
                  <a:pt x="-20187" y="3303099"/>
                  <a:pt x="-152480" y="1222278"/>
                  <a:pt x="0" y="0"/>
                </a:cubicBezTo>
                <a:close/>
              </a:path>
            </a:pathLst>
          </a:custGeom>
          <a:ln w="79375" cmpd="thickThin">
            <a:solidFill>
              <a:schemeClr val="accent1">
                <a:shade val="1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8818886" name="TextBox 7"/>
          <p:cNvSpPr txBox="1"/>
          <p:nvPr/>
        </p:nvSpPr>
        <p:spPr bwMode="auto">
          <a:xfrm>
            <a:off x="0" y="359778"/>
            <a:ext cx="12192000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3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 RESULTS May26</a:t>
            </a:r>
            <a:endParaRPr dirty="0"/>
          </a:p>
          <a:p>
            <a:pPr algn="ctr">
              <a:defRPr/>
            </a:pPr>
            <a:r>
              <a:rPr lang="en-US" sz="2650" b="1" i="1" dirty="0">
                <a:solidFill>
                  <a:srgbClr val="C00000"/>
                </a:solidFill>
              </a:rPr>
              <a:t>Decline in CA Pass-Outs continues</a:t>
            </a:r>
            <a:r>
              <a:rPr lang="hi-IN" sz="2800" b="1" i="1" dirty="0">
                <a:solidFill>
                  <a:srgbClr val="FF9300"/>
                </a:solidFill>
              </a:rPr>
              <a:t> 👇 </a:t>
            </a:r>
            <a:r>
              <a:rPr lang="en-US" sz="2650" b="1" i="1" dirty="0">
                <a:solidFill>
                  <a:srgbClr val="C00000"/>
                </a:solidFill>
              </a:rPr>
              <a:t>… </a:t>
            </a:r>
            <a:r>
              <a:rPr lang="en-US" sz="2650" b="1" i="1" dirty="0">
                <a:solidFill>
                  <a:srgbClr val="00B050"/>
                </a:solidFill>
              </a:rPr>
              <a:t>But There is Good News for Recruiters</a:t>
            </a:r>
          </a:p>
        </p:txBody>
      </p:sp>
      <p:sp>
        <p:nvSpPr>
          <p:cNvPr id="1875805270" name="TextBox 8"/>
          <p:cNvSpPr txBox="1"/>
          <p:nvPr/>
        </p:nvSpPr>
        <p:spPr bwMode="auto">
          <a:xfrm>
            <a:off x="7416169" y="2373960"/>
            <a:ext cx="477583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00B050"/>
                </a:solidFill>
              </a:rPr>
              <a:t>Lesser Drop-Outs Now!</a:t>
            </a:r>
            <a:endParaRPr lang="en-US" sz="2800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drop-out ratio was always the big worry with fresh 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Earlier — candidates could sit for the CA Final with </a:t>
            </a:r>
            <a:r>
              <a:rPr lang="en-US" b="1" dirty="0"/>
              <a:t>up to 6 months of </a:t>
            </a:r>
            <a:r>
              <a:rPr lang="en-US" b="1" dirty="0" err="1"/>
              <a:t>articleship</a:t>
            </a:r>
            <a:r>
              <a:rPr lang="en-US" b="1" dirty="0"/>
              <a:t> still pending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Now (effective this result) — exams only </a:t>
            </a:r>
            <a:r>
              <a:rPr lang="en-US" b="1" dirty="0"/>
              <a:t>after</a:t>
            </a:r>
            <a:r>
              <a:rPr lang="en-US" dirty="0"/>
              <a:t> completing </a:t>
            </a:r>
            <a:r>
              <a:rPr lang="en-US" dirty="0" err="1"/>
              <a:t>articleship</a:t>
            </a:r>
            <a:r>
              <a:rPr lang="en-US" dirty="0"/>
              <a:t> &amp;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 every freshly qualified CA carries </a:t>
            </a:r>
            <a:r>
              <a:rPr lang="en-US" b="1" dirty="0"/>
              <a:t>zero pending commitments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Immediately recruitable — ready to join from day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Act fast. Recruit fast. Join FAST CA Campus!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42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95424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95424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6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9364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9364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80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75805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75805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75805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81335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8133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133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33521" grpId="0" animBg="1"/>
      <p:bldP spid="18758052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216998" name="TextBox 12"/>
          <p:cNvSpPr txBox="1"/>
          <p:nvPr/>
        </p:nvSpPr>
        <p:spPr bwMode="auto">
          <a:xfrm>
            <a:off x="0" y="362159"/>
            <a:ext cx="12191999" cy="1323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3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 RESULTS May26</a:t>
            </a:r>
            <a:endParaRPr dirty="0"/>
          </a:p>
          <a:p>
            <a:pPr algn="ctr">
              <a:defRPr/>
            </a:pPr>
            <a:r>
              <a:rPr lang="en-US" sz="2650" b="1" i="1" dirty="0">
                <a:solidFill>
                  <a:schemeClr val="tx2"/>
                </a:solidFill>
              </a:rPr>
              <a:t>Both Group pass-out trend</a:t>
            </a:r>
            <a:endParaRPr lang="en-US" sz="2650" b="1" i="1" dirty="0">
              <a:solidFill>
                <a:srgbClr val="FF9300"/>
              </a:solidFill>
            </a:endParaRPr>
          </a:p>
        </p:txBody>
      </p:sp>
      <p:pic>
        <p:nvPicPr>
          <p:cNvPr id="1455019884" name="Picture 2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1567" y="219213"/>
            <a:ext cx="1630123" cy="680938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2801943"/>
              </p:ext>
            </p:extLst>
          </p:nvPr>
        </p:nvGraphicFramePr>
        <p:xfrm>
          <a:off x="471566" y="1685278"/>
          <a:ext cx="11069945" cy="5005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69219" name="TextBox 12"/>
          <p:cNvSpPr txBox="1"/>
          <p:nvPr/>
        </p:nvSpPr>
        <p:spPr bwMode="auto">
          <a:xfrm>
            <a:off x="0" y="362159"/>
            <a:ext cx="12191999" cy="1538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53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 RESULTS May26</a:t>
            </a:r>
            <a:endParaRPr dirty="0"/>
          </a:p>
          <a:p>
            <a:pPr algn="ctr">
              <a:defRPr/>
            </a:pPr>
            <a:endParaRPr lang="en-US" sz="1400" b="1" i="1" dirty="0">
              <a:solidFill>
                <a:srgbClr val="FF9300"/>
              </a:solidFill>
            </a:endParaRPr>
          </a:p>
          <a:p>
            <a:pPr algn="ctr">
              <a:defRPr/>
            </a:pPr>
            <a:r>
              <a:rPr lang="en-US" sz="2650" b="1" i="1" dirty="0">
                <a:solidFill>
                  <a:srgbClr val="FF9300"/>
                </a:solidFill>
              </a:rPr>
              <a:t>Total CA pass-outs</a:t>
            </a:r>
            <a:r>
              <a:rPr lang="hi-IN" sz="2150" b="1" i="1" dirty="0">
                <a:solidFill>
                  <a:srgbClr val="FF9300"/>
                </a:solidFill>
              </a:rPr>
              <a:t>👇</a:t>
            </a:r>
            <a:r>
              <a:rPr lang="en-US" sz="2150" b="1" i="1" dirty="0">
                <a:solidFill>
                  <a:srgbClr val="FF9300"/>
                </a:solidFill>
              </a:rPr>
              <a:t> trend</a:t>
            </a:r>
            <a:endParaRPr dirty="0"/>
          </a:p>
        </p:txBody>
      </p:sp>
      <p:pic>
        <p:nvPicPr>
          <p:cNvPr id="1658274017" name="Picture 2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1567" y="219213"/>
            <a:ext cx="1630123" cy="680938"/>
          </a:xfrm>
          <a:prstGeom prst="rect">
            <a:avLst/>
          </a:prstGeom>
        </p:spPr>
      </p:pic>
      <p:graphicFrame>
        <p:nvGraphicFramePr>
          <p:cNvPr id="2115606052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8775518"/>
              </p:ext>
            </p:extLst>
          </p:nvPr>
        </p:nvGraphicFramePr>
        <p:xfrm>
          <a:off x="702527" y="2098211"/>
          <a:ext cx="11162371" cy="4397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938891" name="TextBox 12"/>
          <p:cNvSpPr txBox="1"/>
          <p:nvPr/>
        </p:nvSpPr>
        <p:spPr bwMode="auto">
          <a:xfrm>
            <a:off x="1" y="441996"/>
            <a:ext cx="12192000" cy="1297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53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 RESULTS May26</a:t>
            </a:r>
            <a:endParaRPr dirty="0"/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2800" b="1" i="1" dirty="0">
                <a:solidFill>
                  <a:schemeClr val="accent2"/>
                </a:solidFill>
                <a:latin typeface="Calibri body"/>
                <a:ea typeface="Arial"/>
                <a:cs typeface="Arial"/>
              </a:rPr>
              <a:t>Total Candidates Appearing for Exams</a:t>
            </a:r>
            <a:endParaRPr dirty="0"/>
          </a:p>
        </p:txBody>
      </p:sp>
      <p:pic>
        <p:nvPicPr>
          <p:cNvPr id="36649326" name="Picture 2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1567" y="340659"/>
            <a:ext cx="1630123" cy="680938"/>
          </a:xfrm>
          <a:prstGeom prst="rect">
            <a:avLst/>
          </a:prstGeom>
        </p:spPr>
      </p:pic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839973915" name="Chart 6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10153100"/>
                  </p:ext>
                </p:extLst>
              </p:nvPr>
            </p:nvGraphicFramePr>
            <p:xfrm>
              <a:off x="734832" y="1733454"/>
              <a:ext cx="10722335" cy="512454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839973915" name="Chart 6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34832" y="1733454"/>
                <a:ext cx="10722335" cy="512454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343280" name="Group 2"/>
          <p:cNvGrpSpPr/>
          <p:nvPr/>
        </p:nvGrpSpPr>
        <p:grpSpPr bwMode="auto">
          <a:xfrm>
            <a:off x="-1765697" y="-5507"/>
            <a:ext cx="15723394" cy="6858000"/>
            <a:chOff x="766853" y="1522772"/>
            <a:chExt cx="10058400" cy="4141921"/>
          </a:xfrm>
        </p:grpSpPr>
        <p:grpSp>
          <p:nvGrpSpPr>
            <p:cNvPr id="2" name="Group 1"/>
            <p:cNvGrpSpPr/>
            <p:nvPr/>
          </p:nvGrpSpPr>
          <p:grpSpPr bwMode="auto">
            <a:xfrm>
              <a:off x="766853" y="1522772"/>
              <a:ext cx="10058400" cy="4141921"/>
              <a:chOff x="1066800" y="1358039"/>
              <a:chExt cx="10058400" cy="4141921"/>
            </a:xfrm>
          </p:grpSpPr>
          <p:sp>
            <p:nvSpPr>
              <p:cNvPr id="22" name="Oval 21"/>
              <p:cNvSpPr/>
              <p:nvPr/>
            </p:nvSpPr>
            <p:spPr bwMode="auto">
              <a:xfrm>
                <a:off x="1066800" y="1358040"/>
                <a:ext cx="10058400" cy="414192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E7E8ED"/>
              </a:solidFill>
              <a:ln>
                <a:noFill/>
              </a:ln>
              <a:effectLst>
                <a:outerShdw blurRad="254000" dist="1270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 bwMode="auto">
              <a:xfrm>
                <a:off x="1066800" y="1358039"/>
                <a:ext cx="10058400" cy="414192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254000" dist="127000" dir="13500000" algn="tl" rotWithShape="0">
                  <a:srgbClr val="FFFFFF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</p:grpSp>
        <p:sp>
          <p:nvSpPr>
            <p:cNvPr id="25" name="Rectangle: Rounded Corners 24"/>
            <p:cNvSpPr/>
            <p:nvPr/>
          </p:nvSpPr>
          <p:spPr bwMode="auto">
            <a:xfrm>
              <a:off x="1713369" y="2323733"/>
              <a:ext cx="8165368" cy="2539999"/>
            </a:xfrm>
            <a:prstGeom prst="hexagon">
              <a:avLst>
                <a:gd name="adj" fmla="val 25000"/>
                <a:gd name="vf" fmla="val 115470"/>
              </a:avLst>
            </a:prstGeom>
            <a:gradFill>
              <a:gsLst>
                <a:gs pos="49000">
                  <a:schemeClr val="bg1"/>
                </a:gs>
                <a:gs pos="90000">
                  <a:schemeClr val="bg1"/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254000" dist="127000" dir="13500000">
                <a:srgbClr val="A1A5B9">
                  <a:alpha val="40000"/>
                </a:srgb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26" name="Rectangle: Rounded Corners 25"/>
            <p:cNvSpPr/>
            <p:nvPr/>
          </p:nvSpPr>
          <p:spPr bwMode="auto">
            <a:xfrm>
              <a:off x="1260339" y="1917333"/>
              <a:ext cx="9071429" cy="33528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2075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5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</p:grpSp>
      <p:grpSp>
        <p:nvGrpSpPr>
          <p:cNvPr id="1766771540" name="Group 6"/>
          <p:cNvGrpSpPr/>
          <p:nvPr/>
        </p:nvGrpSpPr>
        <p:grpSpPr bwMode="auto">
          <a:xfrm>
            <a:off x="2070866" y="5948335"/>
            <a:ext cx="501920" cy="501920"/>
            <a:chOff x="3303318" y="1501639"/>
            <a:chExt cx="501920" cy="501920"/>
          </a:xfrm>
        </p:grpSpPr>
        <p:sp>
          <p:nvSpPr>
            <p:cNvPr id="28" name="Oval 27"/>
            <p:cNvSpPr/>
            <p:nvPr/>
          </p:nvSpPr>
          <p:spPr bwMode="auto">
            <a:xfrm>
              <a:off x="3303318" y="1501639"/>
              <a:ext cx="501920" cy="501920"/>
            </a:xfrm>
            <a:prstGeom prst="ellipse">
              <a:avLst/>
            </a:prstGeom>
            <a:solidFill>
              <a:srgbClr val="E7E8ED"/>
            </a:solidFill>
            <a:ln>
              <a:noFill/>
            </a:ln>
            <a:effectLst>
              <a:outerShdw blurRad="254000" dist="127000" dir="2700000" algn="tl" rotWithShape="0">
                <a:srgbClr val="A1A5B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grpSp>
          <p:nvGrpSpPr>
            <p:cNvPr id="5" name="Group 4"/>
            <p:cNvGrpSpPr/>
            <p:nvPr/>
          </p:nvGrpSpPr>
          <p:grpSpPr bwMode="auto">
            <a:xfrm>
              <a:off x="3304038" y="1502359"/>
              <a:ext cx="501200" cy="501200"/>
              <a:chOff x="3304038" y="1502359"/>
              <a:chExt cx="501200" cy="501200"/>
            </a:xfrm>
          </p:grpSpPr>
          <p:sp>
            <p:nvSpPr>
              <p:cNvPr id="29" name="Oval 28"/>
              <p:cNvSpPr/>
              <p:nvPr/>
            </p:nvSpPr>
            <p:spPr bwMode="auto">
              <a:xfrm>
                <a:off x="3304038" y="1502359"/>
                <a:ext cx="501200" cy="501200"/>
              </a:xfrm>
              <a:prstGeom prst="ellipse">
                <a:avLst/>
              </a:prstGeom>
              <a:solidFill>
                <a:srgbClr val="E7E8ED"/>
              </a:solidFill>
              <a:ln>
                <a:noFill/>
              </a:ln>
              <a:effectLst>
                <a:outerShdw blurRad="254000" dist="127000" dir="13500000" algn="tl" rotWithShape="0">
                  <a:srgbClr val="FFFFFF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3389543" y="1587864"/>
                <a:ext cx="329469" cy="329469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5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 bwMode="auto">
              <a:xfrm>
                <a:off x="3472796" y="1671117"/>
                <a:ext cx="162965" cy="1629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</p:grpSp>
      </p:grpSp>
      <p:grpSp>
        <p:nvGrpSpPr>
          <p:cNvPr id="350536347" name="Group 35"/>
          <p:cNvGrpSpPr/>
          <p:nvPr/>
        </p:nvGrpSpPr>
        <p:grpSpPr bwMode="auto">
          <a:xfrm>
            <a:off x="8708279" y="402332"/>
            <a:ext cx="501920" cy="501920"/>
            <a:chOff x="3303318" y="1501639"/>
            <a:chExt cx="501920" cy="501920"/>
          </a:xfrm>
        </p:grpSpPr>
        <p:sp>
          <p:nvSpPr>
            <p:cNvPr id="37" name="Oval 36"/>
            <p:cNvSpPr/>
            <p:nvPr/>
          </p:nvSpPr>
          <p:spPr bwMode="auto">
            <a:xfrm>
              <a:off x="3303318" y="1501639"/>
              <a:ext cx="501920" cy="501920"/>
            </a:xfrm>
            <a:prstGeom prst="ellipse">
              <a:avLst/>
            </a:prstGeom>
            <a:solidFill>
              <a:srgbClr val="E7E8ED"/>
            </a:solidFill>
            <a:ln>
              <a:noFill/>
            </a:ln>
            <a:effectLst>
              <a:outerShdw blurRad="254000" dist="127000" dir="2700000" algn="tl" rotWithShape="0">
                <a:srgbClr val="A1A5B9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D">
                <a:latin typeface="Poppins"/>
              </a:endParaRPr>
            </a:p>
          </p:txBody>
        </p:sp>
        <p:grpSp>
          <p:nvGrpSpPr>
            <p:cNvPr id="38" name="Group 37"/>
            <p:cNvGrpSpPr/>
            <p:nvPr/>
          </p:nvGrpSpPr>
          <p:grpSpPr bwMode="auto">
            <a:xfrm>
              <a:off x="3304038" y="1502359"/>
              <a:ext cx="501200" cy="501200"/>
              <a:chOff x="3304038" y="1502359"/>
              <a:chExt cx="501200" cy="501200"/>
            </a:xfrm>
          </p:grpSpPr>
          <p:sp>
            <p:nvSpPr>
              <p:cNvPr id="39" name="Oval 38"/>
              <p:cNvSpPr/>
              <p:nvPr/>
            </p:nvSpPr>
            <p:spPr bwMode="auto">
              <a:xfrm>
                <a:off x="3304038" y="1502359"/>
                <a:ext cx="501200" cy="501200"/>
              </a:xfrm>
              <a:prstGeom prst="ellipse">
                <a:avLst/>
              </a:prstGeom>
              <a:solidFill>
                <a:srgbClr val="E7E8ED"/>
              </a:solidFill>
              <a:ln>
                <a:noFill/>
              </a:ln>
              <a:effectLst>
                <a:outerShdw blurRad="254000" dist="127000" dir="13500000" algn="tl" rotWithShape="0">
                  <a:srgbClr val="FFFFFF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40" name="Oval 39"/>
              <p:cNvSpPr/>
              <p:nvPr/>
            </p:nvSpPr>
            <p:spPr bwMode="auto">
              <a:xfrm>
                <a:off x="3389543" y="1587864"/>
                <a:ext cx="329469" cy="329469"/>
              </a:xfrm>
              <a:prstGeom prst="ellipse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5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  <p:sp>
            <p:nvSpPr>
              <p:cNvPr id="41" name="Oval 40"/>
              <p:cNvSpPr/>
              <p:nvPr/>
            </p:nvSpPr>
            <p:spPr bwMode="auto">
              <a:xfrm>
                <a:off x="3472796" y="1671117"/>
                <a:ext cx="162965" cy="16296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en-ID">
                  <a:latin typeface="Poppins"/>
                </a:endParaRPr>
              </a:p>
            </p:txBody>
          </p:sp>
        </p:grpSp>
      </p:grpSp>
      <p:sp>
        <p:nvSpPr>
          <p:cNvPr id="1706561279" name="TextBox 11"/>
          <p:cNvSpPr txBox="1"/>
          <p:nvPr/>
        </p:nvSpPr>
        <p:spPr bwMode="auto">
          <a:xfrm>
            <a:off x="5960917" y="5364422"/>
            <a:ext cx="6989077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6000" b="1" spc="-15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Poppins"/>
                <a:ea typeface="Inter"/>
                <a:cs typeface="Poppins"/>
              </a:rPr>
              <a:t>Key Note</a:t>
            </a:r>
            <a:endParaRPr/>
          </a:p>
        </p:txBody>
      </p:sp>
      <p:sp>
        <p:nvSpPr>
          <p:cNvPr id="345695005" name="TextBox 8"/>
          <p:cNvSpPr txBox="1"/>
          <p:nvPr/>
        </p:nvSpPr>
        <p:spPr bwMode="auto">
          <a:xfrm>
            <a:off x="1107281" y="1667224"/>
            <a:ext cx="106461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/>
                <a:cs typeface="Poppins SemiBold"/>
              </a:defRPr>
            </a:lvl1pPr>
          </a:lstStyle>
          <a:p>
            <a:pPr marL="514350" indent="-514350">
              <a:buAutoNum type="alphaUcPeriod"/>
            </a:pPr>
            <a:r>
              <a:rPr lang="en-US" sz="2800" dirty="0">
                <a:solidFill>
                  <a:schemeClr val="accent2"/>
                </a:solidFill>
              </a:rPr>
              <a:t>Last two results gave only 7,500–8,000 CAs vs 11,500–15,000 earlier; ICAI shows more job openings than available CAs. Move early.</a:t>
            </a:r>
          </a:p>
          <a:p>
            <a:pPr marL="514350" indent="-514350">
              <a:buAutoNum type="alphaUcPeriod"/>
            </a:pPr>
            <a:endParaRPr lang="en-US" sz="2800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B.</a:t>
            </a:r>
            <a:r>
              <a:rPr lang="en-US" sz="2800" dirty="0">
                <a:solidFill>
                  <a:schemeClr val="accent3"/>
                </a:solidFill>
              </a:rPr>
              <a:t> Exams now only post-</a:t>
            </a:r>
            <a:r>
              <a:rPr lang="en-US" sz="2800" dirty="0" err="1">
                <a:solidFill>
                  <a:schemeClr val="accent3"/>
                </a:solidFill>
              </a:rPr>
              <a:t>articleship</a:t>
            </a:r>
            <a:r>
              <a:rPr lang="en-US" sz="2800" dirty="0">
                <a:solidFill>
                  <a:schemeClr val="accent3"/>
                </a:solidFill>
              </a:rPr>
              <a:t> — this batch is ready  </a:t>
            </a:r>
          </a:p>
          <a:p>
            <a:r>
              <a:rPr lang="en-US" sz="2800" dirty="0">
                <a:solidFill>
                  <a:schemeClr val="accent3"/>
                </a:solidFill>
              </a:rPr>
              <a:t>     to join, no delays.</a:t>
            </a:r>
            <a:endParaRPr lang="en-US" sz="2800" dirty="0">
              <a:solidFill>
                <a:schemeClr val="accent4"/>
              </a:solidFill>
            </a:endParaRPr>
          </a:p>
          <a:p>
            <a:endParaRPr lang="en-US" sz="2800" dirty="0">
              <a:solidFill>
                <a:schemeClr val="accent4"/>
              </a:solidFill>
            </a:endParaRPr>
          </a:p>
          <a:p>
            <a:r>
              <a:rPr lang="en-US" sz="2800" b="1" dirty="0">
                <a:solidFill>
                  <a:schemeClr val="accent4"/>
                </a:solidFill>
              </a:rPr>
              <a:t>C.</a:t>
            </a:r>
            <a:r>
              <a:rPr lang="en-US" sz="2800" dirty="0">
                <a:solidFill>
                  <a:schemeClr val="accent4"/>
                </a:solidFill>
              </a:rPr>
              <a:t> ICAI back to two exams a year; no fresh CAs till 2027.</a:t>
            </a:r>
          </a:p>
        </p:txBody>
      </p:sp>
      <p:pic>
        <p:nvPicPr>
          <p:cNvPr id="462184118" name="Picture 3" descr="A picture containing text, clipart&#10;&#10;Description automatically generated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5200" y="692386"/>
            <a:ext cx="1475144" cy="61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536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536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77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677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34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7334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2 0.00208 L 0.21732 0.00208 " pathEditMode="relative" ptsTypes="AA">
                                      <p:cBhvr>
                                        <p:cTn id="15" dur="2000" fill="hold"/>
                                        <p:tgtEl>
                                          <p:spTgt spid="17667715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72 0.00046 L -0.12878 0.00046 " pathEditMode="relative" ptsTypes="AA">
                                      <p:cBhvr>
                                        <p:cTn id="17" dur="2000" fill="hold"/>
                                        <p:tgtEl>
                                          <p:spTgt spid="3505363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56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065612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0656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0656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69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56950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5695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5695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6561279" grpId="0"/>
      <p:bldP spid="34569500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0916031" name="Group 8"/>
          <p:cNvGrpSpPr/>
          <p:nvPr/>
        </p:nvGrpSpPr>
        <p:grpSpPr bwMode="auto">
          <a:xfrm>
            <a:off x="1598775" y="1369560"/>
            <a:ext cx="9006248" cy="4446334"/>
            <a:chOff x="1598775" y="1220703"/>
            <a:chExt cx="9006248" cy="4446334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1598775" y="1220703"/>
              <a:ext cx="8994450" cy="4416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28700" b="1">
                  <a:solidFill>
                    <a:schemeClr val="bg1"/>
                  </a:solidFill>
                  <a:latin typeface="Poppins"/>
                  <a:cs typeface="Poppins"/>
                </a:rPr>
                <a:t>2025</a:t>
              </a:r>
              <a:endParaRPr/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1610573" y="1250443"/>
              <a:ext cx="8994450" cy="4416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28700" b="1">
                  <a:solidFill>
                    <a:schemeClr val="bg1"/>
                  </a:solidFill>
                  <a:latin typeface="Poppins"/>
                  <a:cs typeface="Poppins"/>
                </a:rPr>
                <a:t>2025</a:t>
              </a:r>
              <a:endParaRPr/>
            </a:p>
          </p:txBody>
        </p:sp>
      </p:grpSp>
      <p:sp>
        <p:nvSpPr>
          <p:cNvPr id="354983053" name="Rectangle: Rounded Corners 41"/>
          <p:cNvSpPr/>
          <p:nvPr/>
        </p:nvSpPr>
        <p:spPr bwMode="auto">
          <a:xfrm>
            <a:off x="5709437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563188807" name="Rectangle: Rounded Corners 43"/>
          <p:cNvSpPr/>
          <p:nvPr/>
        </p:nvSpPr>
        <p:spPr bwMode="auto">
          <a:xfrm>
            <a:off x="6039814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886845604" name="Rectangle: Rounded Corners 44"/>
          <p:cNvSpPr/>
          <p:nvPr/>
        </p:nvSpPr>
        <p:spPr bwMode="auto">
          <a:xfrm>
            <a:off x="6370188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576811456" name="TextBox 16"/>
          <p:cNvSpPr txBox="1"/>
          <p:nvPr/>
        </p:nvSpPr>
        <p:spPr bwMode="auto">
          <a:xfrm>
            <a:off x="1293925" y="2119705"/>
            <a:ext cx="9604150" cy="252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defRPr/>
            </a:pPr>
            <a:endParaRPr lang="en-US" sz="4400" b="1" spc="-150" dirty="0">
              <a:gradFill>
                <a:gsLst>
                  <a:gs pos="15000">
                    <a:schemeClr val="accent1"/>
                  </a:gs>
                  <a:gs pos="100000">
                    <a:schemeClr val="accent2"/>
                  </a:gs>
                </a:gsLst>
                <a:path path="circle"/>
              </a:gradFill>
              <a:latin typeface="Roboto Black"/>
              <a:ea typeface="Roboto Black"/>
              <a:cs typeface="Poppins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8800" b="1" spc="-150" dirty="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FAST CA CAMPUS</a:t>
            </a:r>
            <a:endParaRPr dirty="0"/>
          </a:p>
          <a:p>
            <a:pPr algn="ctr">
              <a:lnSpc>
                <a:spcPct val="90000"/>
              </a:lnSpc>
              <a:defRPr/>
            </a:pPr>
            <a:r>
              <a:rPr lang="en-US" sz="4400" b="1" spc="-150" dirty="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June 2026</a:t>
            </a:r>
            <a:endParaRPr lang="en-US" sz="2400" b="1" spc="-150" dirty="0">
              <a:gradFill>
                <a:gsLst>
                  <a:gs pos="15000">
                    <a:schemeClr val="accent1"/>
                  </a:gs>
                  <a:gs pos="100000">
                    <a:schemeClr val="accent2"/>
                  </a:gs>
                </a:gsLst>
                <a:path path="circle"/>
              </a:gradFill>
              <a:latin typeface="Roboto Black"/>
              <a:ea typeface="Roboto Black"/>
              <a:cs typeface="Poppins"/>
            </a:endParaRPr>
          </a:p>
        </p:txBody>
      </p:sp>
      <p:sp>
        <p:nvSpPr>
          <p:cNvPr id="2123617407" name="TextBox 1"/>
          <p:cNvSpPr txBox="1"/>
          <p:nvPr/>
        </p:nvSpPr>
        <p:spPr bwMode="auto">
          <a:xfrm>
            <a:off x="2042091" y="5190730"/>
            <a:ext cx="810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/>
                <a:cs typeface="Poppins SemiBold"/>
              </a:defRPr>
            </a:lvl1pPr>
          </a:lstStyle>
          <a:p>
            <a:pPr algn="ctr">
              <a:defRPr/>
            </a:pPr>
            <a:r>
              <a:rPr lang="en-US" sz="1600" spc="600"/>
              <a:t>FAST CAREER CONSULTANTS P LTD.</a:t>
            </a:r>
            <a:endParaRPr/>
          </a:p>
        </p:txBody>
      </p:sp>
      <p:sp>
        <p:nvSpPr>
          <p:cNvPr id="1277372542" name="Rectangle: Rounded Corners 38"/>
          <p:cNvSpPr/>
          <p:nvPr/>
        </p:nvSpPr>
        <p:spPr bwMode="auto">
          <a:xfrm>
            <a:off x="10282650" y="5306341"/>
            <a:ext cx="2164531" cy="53666"/>
          </a:xfrm>
          <a:prstGeom prst="roundRect">
            <a:avLst>
              <a:gd name="adj" fmla="val 50000"/>
            </a:avLst>
          </a:prstGeom>
          <a:gradFill>
            <a:gsLst>
              <a:gs pos="16000">
                <a:schemeClr val="accent1"/>
              </a:gs>
              <a:gs pos="84000">
                <a:schemeClr val="accent2"/>
              </a:gs>
            </a:gsLst>
            <a:lin ang="0" scaled="1"/>
          </a:gradFill>
          <a:ln>
            <a:noFill/>
          </a:ln>
          <a:effectLst>
            <a:outerShdw blurRad="190500" dist="114300" dir="2700000" sx="98000" sy="98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1055922962" name="Rectangle: Rounded Corners 38"/>
          <p:cNvSpPr/>
          <p:nvPr/>
        </p:nvSpPr>
        <p:spPr bwMode="auto">
          <a:xfrm>
            <a:off x="-255181" y="5306341"/>
            <a:ext cx="2164532" cy="53666"/>
          </a:xfrm>
          <a:prstGeom prst="roundRect">
            <a:avLst>
              <a:gd name="adj" fmla="val 50000"/>
            </a:avLst>
          </a:prstGeom>
          <a:gradFill>
            <a:gsLst>
              <a:gs pos="16000">
                <a:schemeClr val="accent1"/>
              </a:gs>
              <a:gs pos="84000">
                <a:schemeClr val="accent2"/>
              </a:gs>
            </a:gsLst>
            <a:lin ang="0" scaled="1"/>
          </a:gradFill>
          <a:ln>
            <a:noFill/>
          </a:ln>
          <a:effectLst>
            <a:outerShdw blurRad="190500" dist="114300" dir="2700000" sx="98000" sy="98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91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40916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0916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0916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98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4983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4983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49830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498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44444E-6 L 0.03893 -4.44444E-6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354983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18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63188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631888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631888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56318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-0.01953 -4.44444E-6 " pathEditMode="relative" rAng="0" ptsTypes="AA">
                                      <p:cBhvr>
                                        <p:cTn id="25" dur="600" fill="hold"/>
                                        <p:tgtEl>
                                          <p:spTgt spid="5631888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84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88684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88684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8868456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88684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0.03893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886845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81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681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617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23617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23617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23617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1277372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500" fill="hold"/>
                                        <p:tgtEl>
                                          <p:spTgt spid="1277372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92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055922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500" fill="hold"/>
                                        <p:tgtEl>
                                          <p:spTgt spid="1055922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983053" grpId="0" animBg="1"/>
      <p:bldP spid="354983053" grpId="1" animBg="1"/>
      <p:bldP spid="563188807" grpId="0" animBg="1"/>
      <p:bldP spid="563188807" grpId="1" animBg="1"/>
      <p:bldP spid="886845604" grpId="0" animBg="1"/>
      <p:bldP spid="886845604" grpId="1" animBg="1"/>
      <p:bldP spid="576811456" grpId="0"/>
      <p:bldP spid="2123617407" grpId="0"/>
      <p:bldP spid="1277372542" grpId="0" animBg="1"/>
      <p:bldP spid="105592296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5980376" name="Picture Placeholder 4" descr="A group of people in a room&#10;&#10;Description automatically generated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079" r="-381"/>
          <a:stretch/>
        </p:blipFill>
        <p:spPr bwMode="auto">
          <a:xfrm>
            <a:off x="5655777" y="688976"/>
            <a:ext cx="5480045" cy="5480046"/>
          </a:xfrm>
        </p:spPr>
      </p:pic>
      <p:grpSp>
        <p:nvGrpSpPr>
          <p:cNvPr id="1957231103" name="Group 10"/>
          <p:cNvGrpSpPr/>
          <p:nvPr/>
        </p:nvGrpSpPr>
        <p:grpSpPr bwMode="auto">
          <a:xfrm>
            <a:off x="846215" y="877606"/>
            <a:ext cx="5386945" cy="5385878"/>
            <a:chOff x="4238836" y="1705561"/>
            <a:chExt cx="3447561" cy="3446878"/>
          </a:xfrm>
        </p:grpSpPr>
        <p:sp>
          <p:nvSpPr>
            <p:cNvPr id="12" name="Oval 11"/>
            <p:cNvSpPr/>
            <p:nvPr/>
          </p:nvSpPr>
          <p:spPr bwMode="auto">
            <a:xfrm>
              <a:off x="4239519" y="1705561"/>
              <a:ext cx="3446878" cy="3446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4238836" y="1705561"/>
              <a:ext cx="3446878" cy="34468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</p:grpSp>
      <p:sp>
        <p:nvSpPr>
          <p:cNvPr id="1935963491" name="TextBox 13"/>
          <p:cNvSpPr txBox="1"/>
          <p:nvPr/>
        </p:nvSpPr>
        <p:spPr bwMode="auto">
          <a:xfrm>
            <a:off x="1714032" y="3193423"/>
            <a:ext cx="3932627" cy="190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1100">
                <a:solidFill>
                  <a:schemeClr val="tx1">
                    <a:lumMod val="60000"/>
                    <a:lumOff val="40000"/>
                  </a:schemeClr>
                </a:solidFill>
                <a:latin typeface="Poppins"/>
                <a:cs typeface="Poppins"/>
              </a:defRPr>
            </a:lvl1pPr>
          </a:lstStyle>
          <a:p>
            <a:pPr marL="285750" indent="-285750" algn="l">
              <a:buFont typeface="Arial"/>
              <a:buChar char="•"/>
              <a:defRPr/>
            </a:pPr>
            <a:r>
              <a:rPr lang="en-US" sz="1600" dirty="0">
                <a:solidFill>
                  <a:schemeClr val="accent1"/>
                </a:solidFill>
              </a:rPr>
              <a:t>60+ corporates </a:t>
            </a:r>
            <a:r>
              <a:rPr lang="en-US" sz="1600" dirty="0"/>
              <a:t>recruited freshly qualified CAs from FAST Careers.</a:t>
            </a:r>
            <a:endParaRPr dirty="0"/>
          </a:p>
          <a:p>
            <a:pPr marL="285750" indent="-285750" algn="l">
              <a:buFont typeface="Arial"/>
              <a:buChar char="•"/>
              <a:defRPr/>
            </a:pPr>
            <a:r>
              <a:rPr lang="en-US" sz="1600" dirty="0">
                <a:solidFill>
                  <a:schemeClr val="accent1"/>
                </a:solidFill>
              </a:rPr>
              <a:t>4000+ CAs </a:t>
            </a:r>
            <a:r>
              <a:rPr lang="en-US" sz="1600" dirty="0"/>
              <a:t>enroll for our Campus Recruitment drives every season. </a:t>
            </a:r>
            <a:endParaRPr dirty="0"/>
          </a:p>
          <a:p>
            <a:pPr marL="285750" indent="-285750" algn="l">
              <a:buFont typeface="Arial"/>
              <a:buChar char="•"/>
              <a:defRPr/>
            </a:pPr>
            <a:r>
              <a:rPr lang="en-US" sz="1600" dirty="0"/>
              <a:t>Total Database of </a:t>
            </a:r>
            <a:r>
              <a:rPr lang="en-US" sz="1600" dirty="0">
                <a:solidFill>
                  <a:schemeClr val="accent1"/>
                </a:solidFill>
              </a:rPr>
              <a:t>160,000+ CAs</a:t>
            </a:r>
            <a:endParaRPr lang="id-ID" sz="1600" dirty="0">
              <a:solidFill>
                <a:schemeClr val="accent1"/>
              </a:solidFill>
            </a:endParaRPr>
          </a:p>
        </p:txBody>
      </p:sp>
      <p:sp>
        <p:nvSpPr>
          <p:cNvPr id="663890872" name="Rectangle 14"/>
          <p:cNvSpPr/>
          <p:nvPr/>
        </p:nvSpPr>
        <p:spPr bwMode="auto">
          <a:xfrm>
            <a:off x="1824288" y="2141626"/>
            <a:ext cx="3597815" cy="114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280"/>
              </a:lnSpc>
              <a:spcAft>
                <a:spcPts val="1200"/>
              </a:spcAft>
              <a:defRPr/>
            </a:pPr>
            <a:r>
              <a:rPr lang="en-US" sz="440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Poppins"/>
              </a:rPr>
              <a:t>FAST Careers</a:t>
            </a:r>
            <a:endParaRPr lang="en-US" sz="4800">
              <a:solidFill>
                <a:schemeClr val="bg1">
                  <a:lumMod val="50000"/>
                </a:schemeClr>
              </a:solidFill>
              <a:latin typeface="Roboto"/>
              <a:ea typeface="Roboto"/>
              <a:cs typeface="Poppins"/>
            </a:endParaRPr>
          </a:p>
          <a:p>
            <a:pPr>
              <a:lnSpc>
                <a:spcPts val="3280"/>
              </a:lnSpc>
              <a:spcAft>
                <a:spcPts val="1200"/>
              </a:spcAft>
              <a:defRPr/>
            </a:pPr>
            <a:r>
              <a:rPr lang="en-US" sz="4800" b="1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Poppins"/>
              </a:rPr>
              <a:t>CA Campus</a:t>
            </a:r>
            <a:endParaRPr lang="id-ID" sz="4800" b="1">
              <a:solidFill>
                <a:schemeClr val="bg1">
                  <a:lumMod val="50000"/>
                </a:schemeClr>
              </a:solidFill>
              <a:latin typeface="Roboto"/>
              <a:ea typeface="Roboto"/>
              <a:cs typeface="Poppins"/>
            </a:endParaRPr>
          </a:p>
        </p:txBody>
      </p:sp>
      <p:grpSp>
        <p:nvGrpSpPr>
          <p:cNvPr id="216782960" name="Group 1"/>
          <p:cNvGrpSpPr/>
          <p:nvPr/>
        </p:nvGrpSpPr>
        <p:grpSpPr bwMode="auto">
          <a:xfrm>
            <a:off x="1937625" y="3429000"/>
            <a:ext cx="112631" cy="1593056"/>
            <a:chOff x="1937625" y="3999920"/>
            <a:chExt cx="45719" cy="632414"/>
          </a:xfrm>
        </p:grpSpPr>
        <p:cxnSp>
          <p:nvCxnSpPr>
            <p:cNvPr id="16" name="Straight Connector 15"/>
            <p:cNvCxnSpPr/>
            <p:nvPr/>
          </p:nvCxnSpPr>
          <p:spPr bwMode="auto">
            <a:xfrm>
              <a:off x="1960484" y="3999920"/>
              <a:ext cx="0" cy="514959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48"/>
            <p:cNvSpPr/>
            <p:nvPr/>
          </p:nvSpPr>
          <p:spPr bwMode="auto">
            <a:xfrm>
              <a:off x="1937625" y="4252492"/>
              <a:ext cx="45719" cy="37984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114300" dist="38100" dir="8100000" algn="tr" rotWithShape="0">
                <a:schemeClr val="accent2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Poppins"/>
              </a:endParaRPr>
            </a:p>
          </p:txBody>
        </p:sp>
      </p:grpSp>
      <p:grpSp>
        <p:nvGrpSpPr>
          <p:cNvPr id="464833672" name="Group 23"/>
          <p:cNvGrpSpPr/>
          <p:nvPr/>
        </p:nvGrpSpPr>
        <p:grpSpPr bwMode="auto">
          <a:xfrm>
            <a:off x="2244806" y="5217918"/>
            <a:ext cx="845073" cy="120850"/>
            <a:chOff x="2046138" y="4087892"/>
            <a:chExt cx="845073" cy="120850"/>
          </a:xfrm>
        </p:grpSpPr>
        <p:sp>
          <p:nvSpPr>
            <p:cNvPr id="18" name="Freeform 9"/>
            <p:cNvSpPr/>
            <p:nvPr/>
          </p:nvSpPr>
          <p:spPr bwMode="auto">
            <a:xfrm>
              <a:off x="2046138" y="4087892"/>
              <a:ext cx="129242" cy="120850"/>
            </a:xfrm>
            <a:custGeom>
              <a:avLst/>
              <a:gdLst>
                <a:gd name="T0" fmla="*/ 2333 w 4208"/>
                <a:gd name="T1" fmla="*/ 143 h 4009"/>
                <a:gd name="T2" fmla="*/ 2775 w 4208"/>
                <a:gd name="T3" fmla="*/ 1053 h 4009"/>
                <a:gd name="T4" fmla="*/ 2968 w 4208"/>
                <a:gd name="T5" fmla="*/ 1194 h 4009"/>
                <a:gd name="T6" fmla="*/ 3970 w 4208"/>
                <a:gd name="T7" fmla="*/ 1333 h 4009"/>
                <a:gd name="T8" fmla="*/ 4177 w 4208"/>
                <a:gd name="T9" fmla="*/ 1506 h 4009"/>
                <a:gd name="T10" fmla="*/ 4112 w 4208"/>
                <a:gd name="T11" fmla="*/ 1768 h 4009"/>
                <a:gd name="T12" fmla="*/ 3383 w 4208"/>
                <a:gd name="T13" fmla="*/ 2469 h 4009"/>
                <a:gd name="T14" fmla="*/ 3309 w 4208"/>
                <a:gd name="T15" fmla="*/ 2697 h 4009"/>
                <a:gd name="T16" fmla="*/ 3486 w 4208"/>
                <a:gd name="T17" fmla="*/ 3693 h 4009"/>
                <a:gd name="T18" fmla="*/ 3385 w 4208"/>
                <a:gd name="T19" fmla="*/ 3943 h 4009"/>
                <a:gd name="T20" fmla="*/ 3116 w 4208"/>
                <a:gd name="T21" fmla="*/ 3962 h 4009"/>
                <a:gd name="T22" fmla="*/ 2224 w 4208"/>
                <a:gd name="T23" fmla="*/ 3485 h 4009"/>
                <a:gd name="T24" fmla="*/ 1985 w 4208"/>
                <a:gd name="T25" fmla="*/ 3485 h 4009"/>
                <a:gd name="T26" fmla="*/ 1092 w 4208"/>
                <a:gd name="T27" fmla="*/ 3962 h 4009"/>
                <a:gd name="T28" fmla="*/ 823 w 4208"/>
                <a:gd name="T29" fmla="*/ 3943 h 4009"/>
                <a:gd name="T30" fmla="*/ 722 w 4208"/>
                <a:gd name="T31" fmla="*/ 3693 h 4009"/>
                <a:gd name="T32" fmla="*/ 899 w 4208"/>
                <a:gd name="T33" fmla="*/ 2697 h 4009"/>
                <a:gd name="T34" fmla="*/ 825 w 4208"/>
                <a:gd name="T35" fmla="*/ 2469 h 4009"/>
                <a:gd name="T36" fmla="*/ 97 w 4208"/>
                <a:gd name="T37" fmla="*/ 1768 h 4009"/>
                <a:gd name="T38" fmla="*/ 31 w 4208"/>
                <a:gd name="T39" fmla="*/ 1506 h 4009"/>
                <a:gd name="T40" fmla="*/ 238 w 4208"/>
                <a:gd name="T41" fmla="*/ 1333 h 4009"/>
                <a:gd name="T42" fmla="*/ 1240 w 4208"/>
                <a:gd name="T43" fmla="*/ 1194 h 4009"/>
                <a:gd name="T44" fmla="*/ 1433 w 4208"/>
                <a:gd name="T45" fmla="*/ 1053 h 4009"/>
                <a:gd name="T46" fmla="*/ 1876 w 4208"/>
                <a:gd name="T47" fmla="*/ 143 h 4009"/>
                <a:gd name="T48" fmla="*/ 2104 w 4208"/>
                <a:gd name="T49" fmla="*/ 0 h 4009"/>
                <a:gd name="T50" fmla="*/ 2333 w 4208"/>
                <a:gd name="T51" fmla="*/ 143 h 4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08" h="4009" extrusionOk="0">
                  <a:moveTo>
                    <a:pt x="2333" y="143"/>
                  </a:moveTo>
                  <a:lnTo>
                    <a:pt x="2775" y="1053"/>
                  </a:lnTo>
                  <a:cubicBezTo>
                    <a:pt x="2813" y="1132"/>
                    <a:pt x="2882" y="1182"/>
                    <a:pt x="2968" y="1194"/>
                  </a:cubicBezTo>
                  <a:lnTo>
                    <a:pt x="3970" y="1333"/>
                  </a:lnTo>
                  <a:cubicBezTo>
                    <a:pt x="4069" y="1347"/>
                    <a:pt x="4146" y="1411"/>
                    <a:pt x="4177" y="1506"/>
                  </a:cubicBezTo>
                  <a:cubicBezTo>
                    <a:pt x="4208" y="1601"/>
                    <a:pt x="4183" y="1699"/>
                    <a:pt x="4112" y="1768"/>
                  </a:cubicBezTo>
                  <a:lnTo>
                    <a:pt x="3383" y="2469"/>
                  </a:lnTo>
                  <a:cubicBezTo>
                    <a:pt x="3320" y="2530"/>
                    <a:pt x="3294" y="2611"/>
                    <a:pt x="3309" y="2697"/>
                  </a:cubicBezTo>
                  <a:lnTo>
                    <a:pt x="3486" y="3693"/>
                  </a:lnTo>
                  <a:cubicBezTo>
                    <a:pt x="3503" y="3791"/>
                    <a:pt x="3466" y="3884"/>
                    <a:pt x="3385" y="3943"/>
                  </a:cubicBezTo>
                  <a:cubicBezTo>
                    <a:pt x="3305" y="4002"/>
                    <a:pt x="3204" y="4009"/>
                    <a:pt x="3116" y="3962"/>
                  </a:cubicBezTo>
                  <a:lnTo>
                    <a:pt x="2224" y="3485"/>
                  </a:lnTo>
                  <a:cubicBezTo>
                    <a:pt x="2147" y="3444"/>
                    <a:pt x="2062" y="3444"/>
                    <a:pt x="1985" y="3485"/>
                  </a:cubicBezTo>
                  <a:lnTo>
                    <a:pt x="1092" y="3962"/>
                  </a:lnTo>
                  <a:cubicBezTo>
                    <a:pt x="1004" y="4009"/>
                    <a:pt x="904" y="4002"/>
                    <a:pt x="823" y="3943"/>
                  </a:cubicBezTo>
                  <a:cubicBezTo>
                    <a:pt x="742" y="3884"/>
                    <a:pt x="705" y="3791"/>
                    <a:pt x="722" y="3693"/>
                  </a:cubicBezTo>
                  <a:lnTo>
                    <a:pt x="899" y="2697"/>
                  </a:lnTo>
                  <a:cubicBezTo>
                    <a:pt x="914" y="2611"/>
                    <a:pt x="888" y="2530"/>
                    <a:pt x="825" y="2469"/>
                  </a:cubicBezTo>
                  <a:lnTo>
                    <a:pt x="97" y="1768"/>
                  </a:lnTo>
                  <a:cubicBezTo>
                    <a:pt x="25" y="1699"/>
                    <a:pt x="0" y="1601"/>
                    <a:pt x="31" y="1506"/>
                  </a:cubicBezTo>
                  <a:cubicBezTo>
                    <a:pt x="62" y="1411"/>
                    <a:pt x="139" y="1347"/>
                    <a:pt x="238" y="1333"/>
                  </a:cubicBezTo>
                  <a:lnTo>
                    <a:pt x="1240" y="1194"/>
                  </a:lnTo>
                  <a:cubicBezTo>
                    <a:pt x="1326" y="1182"/>
                    <a:pt x="1395" y="1132"/>
                    <a:pt x="1433" y="1053"/>
                  </a:cubicBezTo>
                  <a:lnTo>
                    <a:pt x="1876" y="143"/>
                  </a:lnTo>
                  <a:cubicBezTo>
                    <a:pt x="1919" y="53"/>
                    <a:pt x="2004" y="0"/>
                    <a:pt x="2104" y="0"/>
                  </a:cubicBezTo>
                  <a:cubicBezTo>
                    <a:pt x="2204" y="0"/>
                    <a:pt x="2289" y="53"/>
                    <a:pt x="2333" y="1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b="1">
                <a:solidFill>
                  <a:schemeClr val="accent4"/>
                </a:solidFill>
                <a:latin typeface="Poppins"/>
                <a:cs typeface="Poppins"/>
              </a:endParaRPr>
            </a:p>
          </p:txBody>
        </p:sp>
        <p:sp>
          <p:nvSpPr>
            <p:cNvPr id="19" name="Freeform 9"/>
            <p:cNvSpPr/>
            <p:nvPr/>
          </p:nvSpPr>
          <p:spPr bwMode="auto">
            <a:xfrm>
              <a:off x="2225096" y="4087892"/>
              <a:ext cx="129242" cy="120850"/>
            </a:xfrm>
            <a:custGeom>
              <a:avLst/>
              <a:gdLst>
                <a:gd name="T0" fmla="*/ 2333 w 4208"/>
                <a:gd name="T1" fmla="*/ 143 h 4009"/>
                <a:gd name="T2" fmla="*/ 2775 w 4208"/>
                <a:gd name="T3" fmla="*/ 1053 h 4009"/>
                <a:gd name="T4" fmla="*/ 2968 w 4208"/>
                <a:gd name="T5" fmla="*/ 1194 h 4009"/>
                <a:gd name="T6" fmla="*/ 3970 w 4208"/>
                <a:gd name="T7" fmla="*/ 1333 h 4009"/>
                <a:gd name="T8" fmla="*/ 4177 w 4208"/>
                <a:gd name="T9" fmla="*/ 1506 h 4009"/>
                <a:gd name="T10" fmla="*/ 4112 w 4208"/>
                <a:gd name="T11" fmla="*/ 1768 h 4009"/>
                <a:gd name="T12" fmla="*/ 3383 w 4208"/>
                <a:gd name="T13" fmla="*/ 2469 h 4009"/>
                <a:gd name="T14" fmla="*/ 3309 w 4208"/>
                <a:gd name="T15" fmla="*/ 2697 h 4009"/>
                <a:gd name="T16" fmla="*/ 3486 w 4208"/>
                <a:gd name="T17" fmla="*/ 3693 h 4009"/>
                <a:gd name="T18" fmla="*/ 3385 w 4208"/>
                <a:gd name="T19" fmla="*/ 3943 h 4009"/>
                <a:gd name="T20" fmla="*/ 3116 w 4208"/>
                <a:gd name="T21" fmla="*/ 3962 h 4009"/>
                <a:gd name="T22" fmla="*/ 2224 w 4208"/>
                <a:gd name="T23" fmla="*/ 3485 h 4009"/>
                <a:gd name="T24" fmla="*/ 1985 w 4208"/>
                <a:gd name="T25" fmla="*/ 3485 h 4009"/>
                <a:gd name="T26" fmla="*/ 1092 w 4208"/>
                <a:gd name="T27" fmla="*/ 3962 h 4009"/>
                <a:gd name="T28" fmla="*/ 823 w 4208"/>
                <a:gd name="T29" fmla="*/ 3943 h 4009"/>
                <a:gd name="T30" fmla="*/ 722 w 4208"/>
                <a:gd name="T31" fmla="*/ 3693 h 4009"/>
                <a:gd name="T32" fmla="*/ 899 w 4208"/>
                <a:gd name="T33" fmla="*/ 2697 h 4009"/>
                <a:gd name="T34" fmla="*/ 825 w 4208"/>
                <a:gd name="T35" fmla="*/ 2469 h 4009"/>
                <a:gd name="T36" fmla="*/ 97 w 4208"/>
                <a:gd name="T37" fmla="*/ 1768 h 4009"/>
                <a:gd name="T38" fmla="*/ 31 w 4208"/>
                <a:gd name="T39" fmla="*/ 1506 h 4009"/>
                <a:gd name="T40" fmla="*/ 238 w 4208"/>
                <a:gd name="T41" fmla="*/ 1333 h 4009"/>
                <a:gd name="T42" fmla="*/ 1240 w 4208"/>
                <a:gd name="T43" fmla="*/ 1194 h 4009"/>
                <a:gd name="T44" fmla="*/ 1433 w 4208"/>
                <a:gd name="T45" fmla="*/ 1053 h 4009"/>
                <a:gd name="T46" fmla="*/ 1876 w 4208"/>
                <a:gd name="T47" fmla="*/ 143 h 4009"/>
                <a:gd name="T48" fmla="*/ 2104 w 4208"/>
                <a:gd name="T49" fmla="*/ 0 h 4009"/>
                <a:gd name="T50" fmla="*/ 2333 w 4208"/>
                <a:gd name="T51" fmla="*/ 143 h 4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08" h="4009" extrusionOk="0">
                  <a:moveTo>
                    <a:pt x="2333" y="143"/>
                  </a:moveTo>
                  <a:lnTo>
                    <a:pt x="2775" y="1053"/>
                  </a:lnTo>
                  <a:cubicBezTo>
                    <a:pt x="2813" y="1132"/>
                    <a:pt x="2882" y="1182"/>
                    <a:pt x="2968" y="1194"/>
                  </a:cubicBezTo>
                  <a:lnTo>
                    <a:pt x="3970" y="1333"/>
                  </a:lnTo>
                  <a:cubicBezTo>
                    <a:pt x="4069" y="1347"/>
                    <a:pt x="4146" y="1411"/>
                    <a:pt x="4177" y="1506"/>
                  </a:cubicBezTo>
                  <a:cubicBezTo>
                    <a:pt x="4208" y="1601"/>
                    <a:pt x="4183" y="1699"/>
                    <a:pt x="4112" y="1768"/>
                  </a:cubicBezTo>
                  <a:lnTo>
                    <a:pt x="3383" y="2469"/>
                  </a:lnTo>
                  <a:cubicBezTo>
                    <a:pt x="3320" y="2530"/>
                    <a:pt x="3294" y="2611"/>
                    <a:pt x="3309" y="2697"/>
                  </a:cubicBezTo>
                  <a:lnTo>
                    <a:pt x="3486" y="3693"/>
                  </a:lnTo>
                  <a:cubicBezTo>
                    <a:pt x="3503" y="3791"/>
                    <a:pt x="3466" y="3884"/>
                    <a:pt x="3385" y="3943"/>
                  </a:cubicBezTo>
                  <a:cubicBezTo>
                    <a:pt x="3305" y="4002"/>
                    <a:pt x="3204" y="4009"/>
                    <a:pt x="3116" y="3962"/>
                  </a:cubicBezTo>
                  <a:lnTo>
                    <a:pt x="2224" y="3485"/>
                  </a:lnTo>
                  <a:cubicBezTo>
                    <a:pt x="2147" y="3444"/>
                    <a:pt x="2062" y="3444"/>
                    <a:pt x="1985" y="3485"/>
                  </a:cubicBezTo>
                  <a:lnTo>
                    <a:pt x="1092" y="3962"/>
                  </a:lnTo>
                  <a:cubicBezTo>
                    <a:pt x="1004" y="4009"/>
                    <a:pt x="904" y="4002"/>
                    <a:pt x="823" y="3943"/>
                  </a:cubicBezTo>
                  <a:cubicBezTo>
                    <a:pt x="742" y="3884"/>
                    <a:pt x="705" y="3791"/>
                    <a:pt x="722" y="3693"/>
                  </a:cubicBezTo>
                  <a:lnTo>
                    <a:pt x="899" y="2697"/>
                  </a:lnTo>
                  <a:cubicBezTo>
                    <a:pt x="914" y="2611"/>
                    <a:pt x="888" y="2530"/>
                    <a:pt x="825" y="2469"/>
                  </a:cubicBezTo>
                  <a:lnTo>
                    <a:pt x="97" y="1768"/>
                  </a:lnTo>
                  <a:cubicBezTo>
                    <a:pt x="25" y="1699"/>
                    <a:pt x="0" y="1601"/>
                    <a:pt x="31" y="1506"/>
                  </a:cubicBezTo>
                  <a:cubicBezTo>
                    <a:pt x="62" y="1411"/>
                    <a:pt x="139" y="1347"/>
                    <a:pt x="238" y="1333"/>
                  </a:cubicBezTo>
                  <a:lnTo>
                    <a:pt x="1240" y="1194"/>
                  </a:lnTo>
                  <a:cubicBezTo>
                    <a:pt x="1326" y="1182"/>
                    <a:pt x="1395" y="1132"/>
                    <a:pt x="1433" y="1053"/>
                  </a:cubicBezTo>
                  <a:lnTo>
                    <a:pt x="1876" y="143"/>
                  </a:lnTo>
                  <a:cubicBezTo>
                    <a:pt x="1919" y="53"/>
                    <a:pt x="2004" y="0"/>
                    <a:pt x="2104" y="0"/>
                  </a:cubicBezTo>
                  <a:cubicBezTo>
                    <a:pt x="2204" y="0"/>
                    <a:pt x="2289" y="53"/>
                    <a:pt x="2333" y="1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b="1">
                <a:solidFill>
                  <a:schemeClr val="accent4"/>
                </a:solidFill>
                <a:latin typeface="Poppins"/>
                <a:cs typeface="Poppins"/>
              </a:endParaRPr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2404054" y="4087892"/>
              <a:ext cx="129242" cy="120850"/>
            </a:xfrm>
            <a:custGeom>
              <a:avLst/>
              <a:gdLst>
                <a:gd name="T0" fmla="*/ 2333 w 4208"/>
                <a:gd name="T1" fmla="*/ 143 h 4009"/>
                <a:gd name="T2" fmla="*/ 2775 w 4208"/>
                <a:gd name="T3" fmla="*/ 1053 h 4009"/>
                <a:gd name="T4" fmla="*/ 2968 w 4208"/>
                <a:gd name="T5" fmla="*/ 1194 h 4009"/>
                <a:gd name="T6" fmla="*/ 3970 w 4208"/>
                <a:gd name="T7" fmla="*/ 1333 h 4009"/>
                <a:gd name="T8" fmla="*/ 4177 w 4208"/>
                <a:gd name="T9" fmla="*/ 1506 h 4009"/>
                <a:gd name="T10" fmla="*/ 4112 w 4208"/>
                <a:gd name="T11" fmla="*/ 1768 h 4009"/>
                <a:gd name="T12" fmla="*/ 3383 w 4208"/>
                <a:gd name="T13" fmla="*/ 2469 h 4009"/>
                <a:gd name="T14" fmla="*/ 3309 w 4208"/>
                <a:gd name="T15" fmla="*/ 2697 h 4009"/>
                <a:gd name="T16" fmla="*/ 3486 w 4208"/>
                <a:gd name="T17" fmla="*/ 3693 h 4009"/>
                <a:gd name="T18" fmla="*/ 3385 w 4208"/>
                <a:gd name="T19" fmla="*/ 3943 h 4009"/>
                <a:gd name="T20" fmla="*/ 3116 w 4208"/>
                <a:gd name="T21" fmla="*/ 3962 h 4009"/>
                <a:gd name="T22" fmla="*/ 2224 w 4208"/>
                <a:gd name="T23" fmla="*/ 3485 h 4009"/>
                <a:gd name="T24" fmla="*/ 1985 w 4208"/>
                <a:gd name="T25" fmla="*/ 3485 h 4009"/>
                <a:gd name="T26" fmla="*/ 1092 w 4208"/>
                <a:gd name="T27" fmla="*/ 3962 h 4009"/>
                <a:gd name="T28" fmla="*/ 823 w 4208"/>
                <a:gd name="T29" fmla="*/ 3943 h 4009"/>
                <a:gd name="T30" fmla="*/ 722 w 4208"/>
                <a:gd name="T31" fmla="*/ 3693 h 4009"/>
                <a:gd name="T32" fmla="*/ 899 w 4208"/>
                <a:gd name="T33" fmla="*/ 2697 h 4009"/>
                <a:gd name="T34" fmla="*/ 825 w 4208"/>
                <a:gd name="T35" fmla="*/ 2469 h 4009"/>
                <a:gd name="T36" fmla="*/ 97 w 4208"/>
                <a:gd name="T37" fmla="*/ 1768 h 4009"/>
                <a:gd name="T38" fmla="*/ 31 w 4208"/>
                <a:gd name="T39" fmla="*/ 1506 h 4009"/>
                <a:gd name="T40" fmla="*/ 238 w 4208"/>
                <a:gd name="T41" fmla="*/ 1333 h 4009"/>
                <a:gd name="T42" fmla="*/ 1240 w 4208"/>
                <a:gd name="T43" fmla="*/ 1194 h 4009"/>
                <a:gd name="T44" fmla="*/ 1433 w 4208"/>
                <a:gd name="T45" fmla="*/ 1053 h 4009"/>
                <a:gd name="T46" fmla="*/ 1876 w 4208"/>
                <a:gd name="T47" fmla="*/ 143 h 4009"/>
                <a:gd name="T48" fmla="*/ 2104 w 4208"/>
                <a:gd name="T49" fmla="*/ 0 h 4009"/>
                <a:gd name="T50" fmla="*/ 2333 w 4208"/>
                <a:gd name="T51" fmla="*/ 143 h 4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08" h="4009" extrusionOk="0">
                  <a:moveTo>
                    <a:pt x="2333" y="143"/>
                  </a:moveTo>
                  <a:lnTo>
                    <a:pt x="2775" y="1053"/>
                  </a:lnTo>
                  <a:cubicBezTo>
                    <a:pt x="2813" y="1132"/>
                    <a:pt x="2882" y="1182"/>
                    <a:pt x="2968" y="1194"/>
                  </a:cubicBezTo>
                  <a:lnTo>
                    <a:pt x="3970" y="1333"/>
                  </a:lnTo>
                  <a:cubicBezTo>
                    <a:pt x="4069" y="1347"/>
                    <a:pt x="4146" y="1411"/>
                    <a:pt x="4177" y="1506"/>
                  </a:cubicBezTo>
                  <a:cubicBezTo>
                    <a:pt x="4208" y="1601"/>
                    <a:pt x="4183" y="1699"/>
                    <a:pt x="4112" y="1768"/>
                  </a:cubicBezTo>
                  <a:lnTo>
                    <a:pt x="3383" y="2469"/>
                  </a:lnTo>
                  <a:cubicBezTo>
                    <a:pt x="3320" y="2530"/>
                    <a:pt x="3294" y="2611"/>
                    <a:pt x="3309" y="2697"/>
                  </a:cubicBezTo>
                  <a:lnTo>
                    <a:pt x="3486" y="3693"/>
                  </a:lnTo>
                  <a:cubicBezTo>
                    <a:pt x="3503" y="3791"/>
                    <a:pt x="3466" y="3884"/>
                    <a:pt x="3385" y="3943"/>
                  </a:cubicBezTo>
                  <a:cubicBezTo>
                    <a:pt x="3305" y="4002"/>
                    <a:pt x="3204" y="4009"/>
                    <a:pt x="3116" y="3962"/>
                  </a:cubicBezTo>
                  <a:lnTo>
                    <a:pt x="2224" y="3485"/>
                  </a:lnTo>
                  <a:cubicBezTo>
                    <a:pt x="2147" y="3444"/>
                    <a:pt x="2062" y="3444"/>
                    <a:pt x="1985" y="3485"/>
                  </a:cubicBezTo>
                  <a:lnTo>
                    <a:pt x="1092" y="3962"/>
                  </a:lnTo>
                  <a:cubicBezTo>
                    <a:pt x="1004" y="4009"/>
                    <a:pt x="904" y="4002"/>
                    <a:pt x="823" y="3943"/>
                  </a:cubicBezTo>
                  <a:cubicBezTo>
                    <a:pt x="742" y="3884"/>
                    <a:pt x="705" y="3791"/>
                    <a:pt x="722" y="3693"/>
                  </a:cubicBezTo>
                  <a:lnTo>
                    <a:pt x="899" y="2697"/>
                  </a:lnTo>
                  <a:cubicBezTo>
                    <a:pt x="914" y="2611"/>
                    <a:pt x="888" y="2530"/>
                    <a:pt x="825" y="2469"/>
                  </a:cubicBezTo>
                  <a:lnTo>
                    <a:pt x="97" y="1768"/>
                  </a:lnTo>
                  <a:cubicBezTo>
                    <a:pt x="25" y="1699"/>
                    <a:pt x="0" y="1601"/>
                    <a:pt x="31" y="1506"/>
                  </a:cubicBezTo>
                  <a:cubicBezTo>
                    <a:pt x="62" y="1411"/>
                    <a:pt x="139" y="1347"/>
                    <a:pt x="238" y="1333"/>
                  </a:cubicBezTo>
                  <a:lnTo>
                    <a:pt x="1240" y="1194"/>
                  </a:lnTo>
                  <a:cubicBezTo>
                    <a:pt x="1326" y="1182"/>
                    <a:pt x="1395" y="1132"/>
                    <a:pt x="1433" y="1053"/>
                  </a:cubicBezTo>
                  <a:lnTo>
                    <a:pt x="1876" y="143"/>
                  </a:lnTo>
                  <a:cubicBezTo>
                    <a:pt x="1919" y="53"/>
                    <a:pt x="2004" y="0"/>
                    <a:pt x="2104" y="0"/>
                  </a:cubicBezTo>
                  <a:cubicBezTo>
                    <a:pt x="2204" y="0"/>
                    <a:pt x="2289" y="53"/>
                    <a:pt x="2333" y="1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b="1">
                <a:solidFill>
                  <a:schemeClr val="accent4"/>
                </a:solidFill>
                <a:latin typeface="Poppins"/>
                <a:cs typeface="Poppins"/>
              </a:endParaRPr>
            </a:p>
          </p:txBody>
        </p:sp>
        <p:sp>
          <p:nvSpPr>
            <p:cNvPr id="21" name="Freeform 9"/>
            <p:cNvSpPr/>
            <p:nvPr/>
          </p:nvSpPr>
          <p:spPr bwMode="auto">
            <a:xfrm>
              <a:off x="2583011" y="4087892"/>
              <a:ext cx="129242" cy="120850"/>
            </a:xfrm>
            <a:custGeom>
              <a:avLst/>
              <a:gdLst>
                <a:gd name="T0" fmla="*/ 2333 w 4208"/>
                <a:gd name="T1" fmla="*/ 143 h 4009"/>
                <a:gd name="T2" fmla="*/ 2775 w 4208"/>
                <a:gd name="T3" fmla="*/ 1053 h 4009"/>
                <a:gd name="T4" fmla="*/ 2968 w 4208"/>
                <a:gd name="T5" fmla="*/ 1194 h 4009"/>
                <a:gd name="T6" fmla="*/ 3970 w 4208"/>
                <a:gd name="T7" fmla="*/ 1333 h 4009"/>
                <a:gd name="T8" fmla="*/ 4177 w 4208"/>
                <a:gd name="T9" fmla="*/ 1506 h 4009"/>
                <a:gd name="T10" fmla="*/ 4112 w 4208"/>
                <a:gd name="T11" fmla="*/ 1768 h 4009"/>
                <a:gd name="T12" fmla="*/ 3383 w 4208"/>
                <a:gd name="T13" fmla="*/ 2469 h 4009"/>
                <a:gd name="T14" fmla="*/ 3309 w 4208"/>
                <a:gd name="T15" fmla="*/ 2697 h 4009"/>
                <a:gd name="T16" fmla="*/ 3486 w 4208"/>
                <a:gd name="T17" fmla="*/ 3693 h 4009"/>
                <a:gd name="T18" fmla="*/ 3385 w 4208"/>
                <a:gd name="T19" fmla="*/ 3943 h 4009"/>
                <a:gd name="T20" fmla="*/ 3116 w 4208"/>
                <a:gd name="T21" fmla="*/ 3962 h 4009"/>
                <a:gd name="T22" fmla="*/ 2224 w 4208"/>
                <a:gd name="T23" fmla="*/ 3485 h 4009"/>
                <a:gd name="T24" fmla="*/ 1985 w 4208"/>
                <a:gd name="T25" fmla="*/ 3485 h 4009"/>
                <a:gd name="T26" fmla="*/ 1092 w 4208"/>
                <a:gd name="T27" fmla="*/ 3962 h 4009"/>
                <a:gd name="T28" fmla="*/ 823 w 4208"/>
                <a:gd name="T29" fmla="*/ 3943 h 4009"/>
                <a:gd name="T30" fmla="*/ 722 w 4208"/>
                <a:gd name="T31" fmla="*/ 3693 h 4009"/>
                <a:gd name="T32" fmla="*/ 899 w 4208"/>
                <a:gd name="T33" fmla="*/ 2697 h 4009"/>
                <a:gd name="T34" fmla="*/ 825 w 4208"/>
                <a:gd name="T35" fmla="*/ 2469 h 4009"/>
                <a:gd name="T36" fmla="*/ 97 w 4208"/>
                <a:gd name="T37" fmla="*/ 1768 h 4009"/>
                <a:gd name="T38" fmla="*/ 31 w 4208"/>
                <a:gd name="T39" fmla="*/ 1506 h 4009"/>
                <a:gd name="T40" fmla="*/ 238 w 4208"/>
                <a:gd name="T41" fmla="*/ 1333 h 4009"/>
                <a:gd name="T42" fmla="*/ 1240 w 4208"/>
                <a:gd name="T43" fmla="*/ 1194 h 4009"/>
                <a:gd name="T44" fmla="*/ 1433 w 4208"/>
                <a:gd name="T45" fmla="*/ 1053 h 4009"/>
                <a:gd name="T46" fmla="*/ 1876 w 4208"/>
                <a:gd name="T47" fmla="*/ 143 h 4009"/>
                <a:gd name="T48" fmla="*/ 2104 w 4208"/>
                <a:gd name="T49" fmla="*/ 0 h 4009"/>
                <a:gd name="T50" fmla="*/ 2333 w 4208"/>
                <a:gd name="T51" fmla="*/ 143 h 4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08" h="4009" extrusionOk="0">
                  <a:moveTo>
                    <a:pt x="2333" y="143"/>
                  </a:moveTo>
                  <a:lnTo>
                    <a:pt x="2775" y="1053"/>
                  </a:lnTo>
                  <a:cubicBezTo>
                    <a:pt x="2813" y="1132"/>
                    <a:pt x="2882" y="1182"/>
                    <a:pt x="2968" y="1194"/>
                  </a:cubicBezTo>
                  <a:lnTo>
                    <a:pt x="3970" y="1333"/>
                  </a:lnTo>
                  <a:cubicBezTo>
                    <a:pt x="4069" y="1347"/>
                    <a:pt x="4146" y="1411"/>
                    <a:pt x="4177" y="1506"/>
                  </a:cubicBezTo>
                  <a:cubicBezTo>
                    <a:pt x="4208" y="1601"/>
                    <a:pt x="4183" y="1699"/>
                    <a:pt x="4112" y="1768"/>
                  </a:cubicBezTo>
                  <a:lnTo>
                    <a:pt x="3383" y="2469"/>
                  </a:lnTo>
                  <a:cubicBezTo>
                    <a:pt x="3320" y="2530"/>
                    <a:pt x="3294" y="2611"/>
                    <a:pt x="3309" y="2697"/>
                  </a:cubicBezTo>
                  <a:lnTo>
                    <a:pt x="3486" y="3693"/>
                  </a:lnTo>
                  <a:cubicBezTo>
                    <a:pt x="3503" y="3791"/>
                    <a:pt x="3466" y="3884"/>
                    <a:pt x="3385" y="3943"/>
                  </a:cubicBezTo>
                  <a:cubicBezTo>
                    <a:pt x="3305" y="4002"/>
                    <a:pt x="3204" y="4009"/>
                    <a:pt x="3116" y="3962"/>
                  </a:cubicBezTo>
                  <a:lnTo>
                    <a:pt x="2224" y="3485"/>
                  </a:lnTo>
                  <a:cubicBezTo>
                    <a:pt x="2147" y="3444"/>
                    <a:pt x="2062" y="3444"/>
                    <a:pt x="1985" y="3485"/>
                  </a:cubicBezTo>
                  <a:lnTo>
                    <a:pt x="1092" y="3962"/>
                  </a:lnTo>
                  <a:cubicBezTo>
                    <a:pt x="1004" y="4009"/>
                    <a:pt x="904" y="4002"/>
                    <a:pt x="823" y="3943"/>
                  </a:cubicBezTo>
                  <a:cubicBezTo>
                    <a:pt x="742" y="3884"/>
                    <a:pt x="705" y="3791"/>
                    <a:pt x="722" y="3693"/>
                  </a:cubicBezTo>
                  <a:lnTo>
                    <a:pt x="899" y="2697"/>
                  </a:lnTo>
                  <a:cubicBezTo>
                    <a:pt x="914" y="2611"/>
                    <a:pt x="888" y="2530"/>
                    <a:pt x="825" y="2469"/>
                  </a:cubicBezTo>
                  <a:lnTo>
                    <a:pt x="97" y="1768"/>
                  </a:lnTo>
                  <a:cubicBezTo>
                    <a:pt x="25" y="1699"/>
                    <a:pt x="0" y="1601"/>
                    <a:pt x="31" y="1506"/>
                  </a:cubicBezTo>
                  <a:cubicBezTo>
                    <a:pt x="62" y="1411"/>
                    <a:pt x="139" y="1347"/>
                    <a:pt x="238" y="1333"/>
                  </a:cubicBezTo>
                  <a:lnTo>
                    <a:pt x="1240" y="1194"/>
                  </a:lnTo>
                  <a:cubicBezTo>
                    <a:pt x="1326" y="1182"/>
                    <a:pt x="1395" y="1132"/>
                    <a:pt x="1433" y="1053"/>
                  </a:cubicBezTo>
                  <a:lnTo>
                    <a:pt x="1876" y="143"/>
                  </a:lnTo>
                  <a:cubicBezTo>
                    <a:pt x="1919" y="53"/>
                    <a:pt x="2004" y="0"/>
                    <a:pt x="2104" y="0"/>
                  </a:cubicBezTo>
                  <a:cubicBezTo>
                    <a:pt x="2204" y="0"/>
                    <a:pt x="2289" y="53"/>
                    <a:pt x="2333" y="1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b="1">
                <a:solidFill>
                  <a:schemeClr val="accent4"/>
                </a:solidFill>
                <a:latin typeface="Poppins"/>
                <a:cs typeface="Poppins"/>
              </a:endParaRPr>
            </a:p>
          </p:txBody>
        </p:sp>
        <p:sp>
          <p:nvSpPr>
            <p:cNvPr id="22" name="Freeform 9"/>
            <p:cNvSpPr/>
            <p:nvPr/>
          </p:nvSpPr>
          <p:spPr bwMode="auto">
            <a:xfrm>
              <a:off x="2761969" y="4087892"/>
              <a:ext cx="129242" cy="120850"/>
            </a:xfrm>
            <a:custGeom>
              <a:avLst/>
              <a:gdLst>
                <a:gd name="T0" fmla="*/ 2333 w 4208"/>
                <a:gd name="T1" fmla="*/ 143 h 4009"/>
                <a:gd name="T2" fmla="*/ 2775 w 4208"/>
                <a:gd name="T3" fmla="*/ 1053 h 4009"/>
                <a:gd name="T4" fmla="*/ 2968 w 4208"/>
                <a:gd name="T5" fmla="*/ 1194 h 4009"/>
                <a:gd name="T6" fmla="*/ 3970 w 4208"/>
                <a:gd name="T7" fmla="*/ 1333 h 4009"/>
                <a:gd name="T8" fmla="*/ 4177 w 4208"/>
                <a:gd name="T9" fmla="*/ 1506 h 4009"/>
                <a:gd name="T10" fmla="*/ 4112 w 4208"/>
                <a:gd name="T11" fmla="*/ 1768 h 4009"/>
                <a:gd name="T12" fmla="*/ 3383 w 4208"/>
                <a:gd name="T13" fmla="*/ 2469 h 4009"/>
                <a:gd name="T14" fmla="*/ 3309 w 4208"/>
                <a:gd name="T15" fmla="*/ 2697 h 4009"/>
                <a:gd name="T16" fmla="*/ 3486 w 4208"/>
                <a:gd name="T17" fmla="*/ 3693 h 4009"/>
                <a:gd name="T18" fmla="*/ 3385 w 4208"/>
                <a:gd name="T19" fmla="*/ 3943 h 4009"/>
                <a:gd name="T20" fmla="*/ 3116 w 4208"/>
                <a:gd name="T21" fmla="*/ 3962 h 4009"/>
                <a:gd name="T22" fmla="*/ 2224 w 4208"/>
                <a:gd name="T23" fmla="*/ 3485 h 4009"/>
                <a:gd name="T24" fmla="*/ 1985 w 4208"/>
                <a:gd name="T25" fmla="*/ 3485 h 4009"/>
                <a:gd name="T26" fmla="*/ 1092 w 4208"/>
                <a:gd name="T27" fmla="*/ 3962 h 4009"/>
                <a:gd name="T28" fmla="*/ 823 w 4208"/>
                <a:gd name="T29" fmla="*/ 3943 h 4009"/>
                <a:gd name="T30" fmla="*/ 722 w 4208"/>
                <a:gd name="T31" fmla="*/ 3693 h 4009"/>
                <a:gd name="T32" fmla="*/ 899 w 4208"/>
                <a:gd name="T33" fmla="*/ 2697 h 4009"/>
                <a:gd name="T34" fmla="*/ 825 w 4208"/>
                <a:gd name="T35" fmla="*/ 2469 h 4009"/>
                <a:gd name="T36" fmla="*/ 97 w 4208"/>
                <a:gd name="T37" fmla="*/ 1768 h 4009"/>
                <a:gd name="T38" fmla="*/ 31 w 4208"/>
                <a:gd name="T39" fmla="*/ 1506 h 4009"/>
                <a:gd name="T40" fmla="*/ 238 w 4208"/>
                <a:gd name="T41" fmla="*/ 1333 h 4009"/>
                <a:gd name="T42" fmla="*/ 1240 w 4208"/>
                <a:gd name="T43" fmla="*/ 1194 h 4009"/>
                <a:gd name="T44" fmla="*/ 1433 w 4208"/>
                <a:gd name="T45" fmla="*/ 1053 h 4009"/>
                <a:gd name="T46" fmla="*/ 1876 w 4208"/>
                <a:gd name="T47" fmla="*/ 143 h 4009"/>
                <a:gd name="T48" fmla="*/ 2104 w 4208"/>
                <a:gd name="T49" fmla="*/ 0 h 4009"/>
                <a:gd name="T50" fmla="*/ 2333 w 4208"/>
                <a:gd name="T51" fmla="*/ 143 h 4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08" h="4009" extrusionOk="0">
                  <a:moveTo>
                    <a:pt x="2333" y="143"/>
                  </a:moveTo>
                  <a:lnTo>
                    <a:pt x="2775" y="1053"/>
                  </a:lnTo>
                  <a:cubicBezTo>
                    <a:pt x="2813" y="1132"/>
                    <a:pt x="2882" y="1182"/>
                    <a:pt x="2968" y="1194"/>
                  </a:cubicBezTo>
                  <a:lnTo>
                    <a:pt x="3970" y="1333"/>
                  </a:lnTo>
                  <a:cubicBezTo>
                    <a:pt x="4069" y="1347"/>
                    <a:pt x="4146" y="1411"/>
                    <a:pt x="4177" y="1506"/>
                  </a:cubicBezTo>
                  <a:cubicBezTo>
                    <a:pt x="4208" y="1601"/>
                    <a:pt x="4183" y="1699"/>
                    <a:pt x="4112" y="1768"/>
                  </a:cubicBezTo>
                  <a:lnTo>
                    <a:pt x="3383" y="2469"/>
                  </a:lnTo>
                  <a:cubicBezTo>
                    <a:pt x="3320" y="2530"/>
                    <a:pt x="3294" y="2611"/>
                    <a:pt x="3309" y="2697"/>
                  </a:cubicBezTo>
                  <a:lnTo>
                    <a:pt x="3486" y="3693"/>
                  </a:lnTo>
                  <a:cubicBezTo>
                    <a:pt x="3503" y="3791"/>
                    <a:pt x="3466" y="3884"/>
                    <a:pt x="3385" y="3943"/>
                  </a:cubicBezTo>
                  <a:cubicBezTo>
                    <a:pt x="3305" y="4002"/>
                    <a:pt x="3204" y="4009"/>
                    <a:pt x="3116" y="3962"/>
                  </a:cubicBezTo>
                  <a:lnTo>
                    <a:pt x="2224" y="3485"/>
                  </a:lnTo>
                  <a:cubicBezTo>
                    <a:pt x="2147" y="3444"/>
                    <a:pt x="2062" y="3444"/>
                    <a:pt x="1985" y="3485"/>
                  </a:cubicBezTo>
                  <a:lnTo>
                    <a:pt x="1092" y="3962"/>
                  </a:lnTo>
                  <a:cubicBezTo>
                    <a:pt x="1004" y="4009"/>
                    <a:pt x="904" y="4002"/>
                    <a:pt x="823" y="3943"/>
                  </a:cubicBezTo>
                  <a:cubicBezTo>
                    <a:pt x="742" y="3884"/>
                    <a:pt x="705" y="3791"/>
                    <a:pt x="722" y="3693"/>
                  </a:cubicBezTo>
                  <a:lnTo>
                    <a:pt x="899" y="2697"/>
                  </a:lnTo>
                  <a:cubicBezTo>
                    <a:pt x="914" y="2611"/>
                    <a:pt x="888" y="2530"/>
                    <a:pt x="825" y="2469"/>
                  </a:cubicBezTo>
                  <a:lnTo>
                    <a:pt x="97" y="1768"/>
                  </a:lnTo>
                  <a:cubicBezTo>
                    <a:pt x="25" y="1699"/>
                    <a:pt x="0" y="1601"/>
                    <a:pt x="31" y="1506"/>
                  </a:cubicBezTo>
                  <a:cubicBezTo>
                    <a:pt x="62" y="1411"/>
                    <a:pt x="139" y="1347"/>
                    <a:pt x="238" y="1333"/>
                  </a:cubicBezTo>
                  <a:lnTo>
                    <a:pt x="1240" y="1194"/>
                  </a:lnTo>
                  <a:cubicBezTo>
                    <a:pt x="1326" y="1182"/>
                    <a:pt x="1395" y="1132"/>
                    <a:pt x="1433" y="1053"/>
                  </a:cubicBezTo>
                  <a:lnTo>
                    <a:pt x="1876" y="143"/>
                  </a:lnTo>
                  <a:cubicBezTo>
                    <a:pt x="1919" y="53"/>
                    <a:pt x="2004" y="0"/>
                    <a:pt x="2104" y="0"/>
                  </a:cubicBezTo>
                  <a:cubicBezTo>
                    <a:pt x="2204" y="0"/>
                    <a:pt x="2289" y="53"/>
                    <a:pt x="2333" y="14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b="1">
                <a:solidFill>
                  <a:schemeClr val="accent4"/>
                </a:solidFill>
                <a:latin typeface="Poppins"/>
                <a:cs typeface="Poppins"/>
              </a:endParaRPr>
            </a:p>
          </p:txBody>
        </p:sp>
      </p:grpSp>
      <p:sp>
        <p:nvSpPr>
          <p:cNvPr id="1060189531" name="TextBox 6"/>
          <p:cNvSpPr txBox="1"/>
          <p:nvPr/>
        </p:nvSpPr>
        <p:spPr bwMode="auto">
          <a:xfrm>
            <a:off x="1746819" y="1511819"/>
            <a:ext cx="3675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400" dirty="0">
                <a:solidFill>
                  <a:schemeClr val="accent1"/>
                </a:solidFill>
              </a:rPr>
              <a:t>Invitation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04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18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89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3890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3890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63890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89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63890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63890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83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4833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9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359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23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5723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8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6782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98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963491" grpId="0"/>
      <p:bldP spid="663890872" grpId="0"/>
      <p:bldP spid="663890872" grpId="1"/>
      <p:bldP spid="10601895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827376" name="TextBox 2"/>
          <p:cNvSpPr txBox="1"/>
          <p:nvPr/>
        </p:nvSpPr>
        <p:spPr bwMode="auto">
          <a:xfrm>
            <a:off x="1795345" y="449537"/>
            <a:ext cx="91105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Poppins"/>
              </a:defRPr>
            </a:lvl1pPr>
          </a:lstStyle>
          <a:p>
            <a:pPr algn="ctr">
              <a:defRPr/>
            </a:pPr>
            <a:r>
              <a:rPr lang="en-US" sz="3200" dirty="0"/>
              <a:t>FAST CA VIRTUAL CAMPUS – June 2026</a:t>
            </a:r>
            <a:endParaRPr dirty="0"/>
          </a:p>
          <a:p>
            <a:pPr algn="ctr">
              <a:defRPr/>
            </a:pPr>
            <a:r>
              <a:rPr lang="en-US" sz="2000" b="1" dirty="0">
                <a:solidFill>
                  <a:schemeClr val="tx2"/>
                </a:solidFill>
              </a:rPr>
              <a:t>One Day | One Company | Daily Campus | First cum - First Serve</a:t>
            </a:r>
            <a:endParaRPr lang="en-ID" sz="2000" b="1" dirty="0">
              <a:solidFill>
                <a:schemeClr val="tx2"/>
              </a:solidFill>
            </a:endParaRPr>
          </a:p>
        </p:txBody>
      </p:sp>
      <p:sp>
        <p:nvSpPr>
          <p:cNvPr id="256709119" name="TextBox 39"/>
          <p:cNvSpPr txBox="1"/>
          <p:nvPr/>
        </p:nvSpPr>
        <p:spPr bwMode="auto">
          <a:xfrm>
            <a:off x="-70920" y="5802463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pc="120" dirty="0">
                <a:solidFill>
                  <a:srgbClr val="002060"/>
                </a:solidFill>
                <a:latin typeface="Arial Black"/>
                <a:cs typeface="Poppins SemiBold"/>
              </a:rPr>
              <a:t>Recruit First . Recruit with FAST Careers!</a:t>
            </a:r>
            <a:endParaRPr lang="en-ID" spc="120" dirty="0">
              <a:solidFill>
                <a:srgbClr val="002060"/>
              </a:solidFill>
              <a:latin typeface="Arial Black"/>
              <a:cs typeface="Poppins 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75EFA2-F33C-F2CA-B9C9-DD29E1E1B0C0}"/>
              </a:ext>
            </a:extLst>
          </p:cNvPr>
          <p:cNvSpPr txBox="1"/>
          <p:nvPr/>
        </p:nvSpPr>
        <p:spPr>
          <a:xfrm>
            <a:off x="345688" y="6328691"/>
            <a:ext cx="1160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en-US" sz="1800" dirty="0">
                <a:solidFill>
                  <a:schemeClr val="tx1"/>
                </a:solidFill>
              </a:rPr>
              <a:t>Slots on first cum first serve basis | No fixed or upfront costs | Platform – Zoom / MS Teams as per company choice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FE2D8-C8F7-59AE-B519-371D4CACD29F}"/>
              </a:ext>
            </a:extLst>
          </p:cNvPr>
          <p:cNvSpPr txBox="1"/>
          <p:nvPr/>
        </p:nvSpPr>
        <p:spPr>
          <a:xfrm>
            <a:off x="0" y="1474278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spc="120" dirty="0">
                <a:solidFill>
                  <a:srgbClr val="C00000"/>
                </a:solidFill>
                <a:latin typeface="Arial Black"/>
                <a:cs typeface="Poppins SemiBold"/>
              </a:rPr>
              <a:t>India’s First - Virtual CA Campus Drive - Starts 30 June</a:t>
            </a:r>
            <a:endParaRPr lang="en-ID" sz="2400" spc="120" dirty="0">
              <a:solidFill>
                <a:srgbClr val="C00000"/>
              </a:solidFill>
              <a:latin typeface="Arial Black"/>
              <a:cs typeface="Poppins SemiBold"/>
            </a:endParaRPr>
          </a:p>
        </p:txBody>
      </p:sp>
      <p:grpSp>
        <p:nvGrpSpPr>
          <p:cNvPr id="9" name="Laptop body">
            <a:extLst>
              <a:ext uri="{FF2B5EF4-FFF2-40B4-BE49-F238E27FC236}">
                <a16:creationId xmlns:a16="http://schemas.microsoft.com/office/drawing/2014/main" id="{FB4DB0D8-33F2-029D-CD69-CAA68C9318BE}"/>
              </a:ext>
            </a:extLst>
          </p:cNvPr>
          <p:cNvGrpSpPr/>
          <p:nvPr/>
        </p:nvGrpSpPr>
        <p:grpSpPr bwMode="auto">
          <a:xfrm>
            <a:off x="2931077" y="2169577"/>
            <a:ext cx="5933424" cy="3171081"/>
            <a:chOff x="3486603" y="1519166"/>
            <a:chExt cx="11293528" cy="6671680"/>
          </a:xfrm>
        </p:grpSpPr>
        <p:sp>
          <p:nvSpPr>
            <p:cNvPr id="10" name="Free Form 3">
              <a:extLst>
                <a:ext uri="{FF2B5EF4-FFF2-40B4-BE49-F238E27FC236}">
                  <a16:creationId xmlns:a16="http://schemas.microsoft.com/office/drawing/2014/main" id="{556ABFA1-30DA-AC76-C686-76C83D5E1329}"/>
                </a:ext>
              </a:extLst>
            </p:cNvPr>
            <p:cNvSpPr/>
            <p:nvPr/>
          </p:nvSpPr>
          <p:spPr bwMode="auto">
            <a:xfrm>
              <a:off x="3486607" y="7412613"/>
              <a:ext cx="11293516" cy="778233"/>
            </a:xfrm>
            <a:custGeom>
              <a:avLst/>
              <a:gdLst/>
              <a:ahLst/>
              <a:cxnLst/>
              <a:rect l="0" t="0" r="0" b="0"/>
              <a:pathLst>
                <a:path w="11737276" h="808812" extrusionOk="0">
                  <a:moveTo>
                    <a:pt x="0" y="0"/>
                  </a:moveTo>
                  <a:cubicBezTo>
                    <a:pt x="0" y="446608"/>
                    <a:pt x="362140" y="808812"/>
                    <a:pt x="808799" y="808812"/>
                  </a:cubicBezTo>
                  <a:lnTo>
                    <a:pt x="10928464" y="808812"/>
                  </a:lnTo>
                  <a:cubicBezTo>
                    <a:pt x="11375186" y="808812"/>
                    <a:pt x="11737276" y="446608"/>
                    <a:pt x="11737276" y="0"/>
                  </a:cubicBezTo>
                  <a:close/>
                </a:path>
              </a:pathLst>
            </a:custGeom>
            <a:gradFill>
              <a:gsLst>
                <a:gs pos="0">
                  <a:srgbClr val="A1A6B5"/>
                </a:gs>
                <a:gs pos="100000">
                  <a:srgbClr val="474C5B"/>
                </a:gs>
              </a:gsLst>
              <a:lin ang="2700000" scaled="1"/>
            </a:gra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  <p:sp>
          <p:nvSpPr>
            <p:cNvPr id="11" name="Free Form 4">
              <a:extLst>
                <a:ext uri="{FF2B5EF4-FFF2-40B4-BE49-F238E27FC236}">
                  <a16:creationId xmlns:a16="http://schemas.microsoft.com/office/drawing/2014/main" id="{FD0CA039-E785-4176-908B-8ED286179FF8}"/>
                </a:ext>
              </a:extLst>
            </p:cNvPr>
            <p:cNvSpPr/>
            <p:nvPr/>
          </p:nvSpPr>
          <p:spPr bwMode="auto">
            <a:xfrm>
              <a:off x="3486603" y="7412619"/>
              <a:ext cx="11293528" cy="778220"/>
            </a:xfrm>
            <a:custGeom>
              <a:avLst/>
              <a:gdLst/>
              <a:ahLst/>
              <a:cxnLst/>
              <a:rect l="0" t="0" r="0" b="0"/>
              <a:pathLst>
                <a:path w="11737289" h="808799" extrusionOk="0">
                  <a:moveTo>
                    <a:pt x="10928464" y="542137"/>
                  </a:moveTo>
                  <a:lnTo>
                    <a:pt x="808799" y="542137"/>
                  </a:lnTo>
                  <a:cubicBezTo>
                    <a:pt x="362140" y="542137"/>
                    <a:pt x="0" y="299364"/>
                    <a:pt x="0" y="0"/>
                  </a:cubicBezTo>
                  <a:cubicBezTo>
                    <a:pt x="0" y="446608"/>
                    <a:pt x="362140" y="808799"/>
                    <a:pt x="808799" y="808799"/>
                  </a:cubicBezTo>
                  <a:lnTo>
                    <a:pt x="10928464" y="808799"/>
                  </a:lnTo>
                  <a:cubicBezTo>
                    <a:pt x="11375186" y="808799"/>
                    <a:pt x="11737289" y="446608"/>
                    <a:pt x="11737289" y="0"/>
                  </a:cubicBezTo>
                  <a:cubicBezTo>
                    <a:pt x="11737289" y="299364"/>
                    <a:pt x="11375186" y="542137"/>
                    <a:pt x="10928464" y="542137"/>
                  </a:cubicBezTo>
                  <a:close/>
                </a:path>
              </a:pathLst>
            </a:custGeom>
            <a:solidFill>
              <a:srgbClr val="525252">
                <a:alpha val="10000"/>
              </a:srgb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03078130-ABFF-60C5-B876-464B48A1A5F0}"/>
                </a:ext>
              </a:extLst>
            </p:cNvPr>
            <p:cNvSpPr/>
            <p:nvPr/>
          </p:nvSpPr>
          <p:spPr bwMode="auto">
            <a:xfrm>
              <a:off x="8231690" y="7217513"/>
              <a:ext cx="1803550" cy="582782"/>
            </a:xfrm>
            <a:prstGeom prst="rect">
              <a:avLst/>
            </a:prstGeom>
            <a:solidFill>
              <a:srgbClr val="525252">
                <a:alpha val="20000"/>
              </a:srgb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  <p:sp>
          <p:nvSpPr>
            <p:cNvPr id="15" name="Free Form 6">
              <a:extLst>
                <a:ext uri="{FF2B5EF4-FFF2-40B4-BE49-F238E27FC236}">
                  <a16:creationId xmlns:a16="http://schemas.microsoft.com/office/drawing/2014/main" id="{BFB662B1-9127-9FAC-ACCC-1BDEF3D98C2F}"/>
                </a:ext>
              </a:extLst>
            </p:cNvPr>
            <p:cNvSpPr/>
            <p:nvPr/>
          </p:nvSpPr>
          <p:spPr bwMode="auto">
            <a:xfrm>
              <a:off x="4453302" y="1519166"/>
              <a:ext cx="9360483" cy="5893445"/>
            </a:xfrm>
            <a:custGeom>
              <a:avLst/>
              <a:gdLst/>
              <a:ahLst/>
              <a:cxnLst/>
              <a:rect l="0" t="0" r="0" b="0"/>
              <a:pathLst>
                <a:path w="9728288" h="6125019" extrusionOk="0">
                  <a:moveTo>
                    <a:pt x="9307347" y="0"/>
                  </a:moveTo>
                  <a:lnTo>
                    <a:pt x="420928" y="0"/>
                  </a:lnTo>
                  <a:cubicBezTo>
                    <a:pt x="189420" y="0"/>
                    <a:pt x="0" y="189420"/>
                    <a:pt x="0" y="420928"/>
                  </a:cubicBezTo>
                  <a:lnTo>
                    <a:pt x="0" y="6125019"/>
                  </a:lnTo>
                  <a:lnTo>
                    <a:pt x="9728288" y="6125019"/>
                  </a:lnTo>
                  <a:lnTo>
                    <a:pt x="9728288" y="420928"/>
                  </a:lnTo>
                  <a:cubicBezTo>
                    <a:pt x="9728288" y="189420"/>
                    <a:pt x="9538855" y="0"/>
                    <a:pt x="9307347" y="0"/>
                  </a:cubicBezTo>
                  <a:close/>
                </a:path>
              </a:pathLst>
            </a:custGeom>
            <a:gradFill>
              <a:gsLst>
                <a:gs pos="0">
                  <a:srgbClr val="525252"/>
                </a:gs>
                <a:gs pos="100000">
                  <a:srgbClr val="2C2C2C"/>
                </a:gs>
              </a:gsLst>
              <a:lin ang="2700000" scaled="1"/>
            </a:gra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</p:grpSp>
      <p:grpSp>
        <p:nvGrpSpPr>
          <p:cNvPr id="16" name="Part D">
            <a:extLst>
              <a:ext uri="{FF2B5EF4-FFF2-40B4-BE49-F238E27FC236}">
                <a16:creationId xmlns:a16="http://schemas.microsoft.com/office/drawing/2014/main" id="{9624F0BE-E861-98F7-F41F-63A6AFF0FF54}"/>
              </a:ext>
            </a:extLst>
          </p:cNvPr>
          <p:cNvGrpSpPr/>
          <p:nvPr/>
        </p:nvGrpSpPr>
        <p:grpSpPr bwMode="auto">
          <a:xfrm>
            <a:off x="6601850" y="2313436"/>
            <a:ext cx="1459616" cy="2672504"/>
            <a:chOff x="11261606" y="1727797"/>
            <a:chExt cx="2137629" cy="3234828"/>
          </a:xfrm>
        </p:grpSpPr>
        <p:sp>
          <p:nvSpPr>
            <p:cNvPr id="17" name="Body">
              <a:extLst>
                <a:ext uri="{FF2B5EF4-FFF2-40B4-BE49-F238E27FC236}">
                  <a16:creationId xmlns:a16="http://schemas.microsoft.com/office/drawing/2014/main" id="{1D6D73D5-8CFD-804D-B67B-C59AE4EDDC43}"/>
                </a:ext>
              </a:extLst>
            </p:cNvPr>
            <p:cNvSpPr/>
            <p:nvPr/>
          </p:nvSpPr>
          <p:spPr bwMode="auto">
            <a:xfrm>
              <a:off x="11261643" y="4374173"/>
              <a:ext cx="2137592" cy="588452"/>
            </a:xfrm>
            <a:prstGeom prst="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  <p:sp>
          <p:nvSpPr>
            <p:cNvPr id="18" name="Light shape">
              <a:extLst>
                <a:ext uri="{FF2B5EF4-FFF2-40B4-BE49-F238E27FC236}">
                  <a16:creationId xmlns:a16="http://schemas.microsoft.com/office/drawing/2014/main" id="{527AD6D1-A126-75DD-24C1-B34B43C8181F}"/>
                </a:ext>
              </a:extLst>
            </p:cNvPr>
            <p:cNvSpPr/>
            <p:nvPr/>
          </p:nvSpPr>
          <p:spPr bwMode="auto">
            <a:xfrm>
              <a:off x="11261606" y="1727797"/>
              <a:ext cx="2137617" cy="588452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0000"/>
              </a:scheme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</p:grpSp>
      <p:grpSp>
        <p:nvGrpSpPr>
          <p:cNvPr id="19" name="Part B">
            <a:extLst>
              <a:ext uri="{FF2B5EF4-FFF2-40B4-BE49-F238E27FC236}">
                <a16:creationId xmlns:a16="http://schemas.microsoft.com/office/drawing/2014/main" id="{0071B185-7333-9B74-CCDD-115238EA3CEA}"/>
              </a:ext>
            </a:extLst>
          </p:cNvPr>
          <p:cNvGrpSpPr/>
          <p:nvPr/>
        </p:nvGrpSpPr>
        <p:grpSpPr bwMode="auto">
          <a:xfrm>
            <a:off x="5134531" y="2309958"/>
            <a:ext cx="1882999" cy="2676612"/>
            <a:chOff x="6995934" y="1727797"/>
            <a:chExt cx="2757679" cy="5686151"/>
          </a:xfrm>
        </p:grpSpPr>
        <p:pic>
          <p:nvPicPr>
            <p:cNvPr id="20" name="Shadow" descr="D:\andrew\Работа\Андрей\00_Presentations\05_WoW2\02_PPTs_P6\2451-1.png">
              <a:extLst>
                <a:ext uri="{FF2B5EF4-FFF2-40B4-BE49-F238E27FC236}">
                  <a16:creationId xmlns:a16="http://schemas.microsoft.com/office/drawing/2014/main" id="{B8831340-291A-986D-5DFA-6703409D5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tretch/>
          </p:blipFill>
          <p:spPr bwMode="auto">
            <a:xfrm>
              <a:off x="9087632" y="4532563"/>
              <a:ext cx="665981" cy="627795"/>
            </a:xfrm>
            <a:prstGeom prst="rect">
              <a:avLst/>
            </a:prstGeom>
            <a:noFill/>
          </p:spPr>
        </p:pic>
        <p:pic>
          <p:nvPicPr>
            <p:cNvPr id="21" name="Shadow" descr="D:\andrew\Работа\Андрей\00_Presentations\05_WoW2\02_PPTs_P6\2451-2.png">
              <a:extLst>
                <a:ext uri="{FF2B5EF4-FFF2-40B4-BE49-F238E27FC236}">
                  <a16:creationId xmlns:a16="http://schemas.microsoft.com/office/drawing/2014/main" id="{20B58457-D54A-DF14-97E9-8D5C69C797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tretch/>
          </p:blipFill>
          <p:spPr bwMode="auto">
            <a:xfrm>
              <a:off x="9125745" y="1924185"/>
              <a:ext cx="497959" cy="5489763"/>
            </a:xfrm>
            <a:prstGeom prst="rect">
              <a:avLst/>
            </a:prstGeom>
            <a:noFill/>
          </p:spPr>
        </p:pic>
        <p:sp>
          <p:nvSpPr>
            <p:cNvPr id="22" name="Light shape">
              <a:extLst>
                <a:ext uri="{FF2B5EF4-FFF2-40B4-BE49-F238E27FC236}">
                  <a16:creationId xmlns:a16="http://schemas.microsoft.com/office/drawing/2014/main" id="{C3311515-DD8E-F54A-45CC-3FABDB74B675}"/>
                </a:ext>
              </a:extLst>
            </p:cNvPr>
            <p:cNvSpPr/>
            <p:nvPr/>
          </p:nvSpPr>
          <p:spPr bwMode="auto">
            <a:xfrm>
              <a:off x="6995934" y="1727797"/>
              <a:ext cx="2137604" cy="588452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</p:grpSp>
      <p:grpSp>
        <p:nvGrpSpPr>
          <p:cNvPr id="23" name="Part A">
            <a:extLst>
              <a:ext uri="{FF2B5EF4-FFF2-40B4-BE49-F238E27FC236}">
                <a16:creationId xmlns:a16="http://schemas.microsoft.com/office/drawing/2014/main" id="{0B878733-D7DC-7EEE-05BC-F55AD005DF7C}"/>
              </a:ext>
            </a:extLst>
          </p:cNvPr>
          <p:cNvGrpSpPr/>
          <p:nvPr/>
        </p:nvGrpSpPr>
        <p:grpSpPr bwMode="auto">
          <a:xfrm>
            <a:off x="3709890" y="2235862"/>
            <a:ext cx="1888331" cy="2750708"/>
            <a:chOff x="4858314" y="1727797"/>
            <a:chExt cx="2765488" cy="5686151"/>
          </a:xfrm>
        </p:grpSpPr>
        <p:pic>
          <p:nvPicPr>
            <p:cNvPr id="24" name="Shadow" descr="D:\andrew\Работа\Андрей\00_Presentations\05_WoW2\02_PPTs_P6\2451-1.png">
              <a:extLst>
                <a:ext uri="{FF2B5EF4-FFF2-40B4-BE49-F238E27FC236}">
                  <a16:creationId xmlns:a16="http://schemas.microsoft.com/office/drawing/2014/main" id="{38D59CD6-E6E4-EE36-8C5E-64E4EF52E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tretch/>
          </p:blipFill>
          <p:spPr bwMode="auto">
            <a:xfrm>
              <a:off x="6957821" y="4532563"/>
              <a:ext cx="665981" cy="627795"/>
            </a:xfrm>
            <a:prstGeom prst="rect">
              <a:avLst/>
            </a:prstGeom>
            <a:noFill/>
          </p:spPr>
        </p:pic>
        <p:pic>
          <p:nvPicPr>
            <p:cNvPr id="25" name="Shadow" descr="D:\andrew\Работа\Андрей\00_Presentations\05_WoW2\02_PPTs_P6\2451-2.png">
              <a:extLst>
                <a:ext uri="{FF2B5EF4-FFF2-40B4-BE49-F238E27FC236}">
                  <a16:creationId xmlns:a16="http://schemas.microsoft.com/office/drawing/2014/main" id="{45CE9088-571E-EB6F-7725-FE1AC812DB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tretch/>
          </p:blipFill>
          <p:spPr bwMode="auto">
            <a:xfrm>
              <a:off x="6995934" y="1924185"/>
              <a:ext cx="497959" cy="5489763"/>
            </a:xfrm>
            <a:prstGeom prst="rect">
              <a:avLst/>
            </a:prstGeom>
            <a:noFill/>
          </p:spPr>
        </p:pic>
        <p:sp>
          <p:nvSpPr>
            <p:cNvPr id="26" name="Body">
              <a:extLst>
                <a:ext uri="{FF2B5EF4-FFF2-40B4-BE49-F238E27FC236}">
                  <a16:creationId xmlns:a16="http://schemas.microsoft.com/office/drawing/2014/main" id="{9A5E8280-43A6-7006-B921-9B7B91936314}"/>
                </a:ext>
              </a:extLst>
            </p:cNvPr>
            <p:cNvSpPr/>
            <p:nvPr/>
          </p:nvSpPr>
          <p:spPr bwMode="auto">
            <a:xfrm>
              <a:off x="4858314" y="1924179"/>
              <a:ext cx="2544257" cy="5488431"/>
            </a:xfrm>
            <a:custGeom>
              <a:avLst/>
              <a:gdLst/>
              <a:ahLst/>
              <a:cxnLst/>
              <a:rect l="0" t="0" r="0" b="0"/>
              <a:pathLst>
                <a:path w="2644228" h="5704090" extrusionOk="0">
                  <a:moveTo>
                    <a:pt x="2457183" y="2669413"/>
                  </a:moveTo>
                  <a:cubicBezTo>
                    <a:pt x="2416695" y="2669413"/>
                    <a:pt x="2379230" y="2682316"/>
                    <a:pt x="2348623" y="2704211"/>
                  </a:cubicBezTo>
                  <a:lnTo>
                    <a:pt x="2348611" y="2704211"/>
                  </a:lnTo>
                  <a:cubicBezTo>
                    <a:pt x="2340622" y="2709913"/>
                    <a:pt x="2333091" y="2716225"/>
                    <a:pt x="2326093" y="2723083"/>
                  </a:cubicBezTo>
                  <a:cubicBezTo>
                    <a:pt x="2251494" y="2779699"/>
                    <a:pt x="2221750" y="2737065"/>
                    <a:pt x="2221750" y="2679255"/>
                  </a:cubicBezTo>
                  <a:lnTo>
                    <a:pt x="2221611" y="2679255"/>
                  </a:lnTo>
                  <a:lnTo>
                    <a:pt x="2221611" y="0"/>
                  </a:lnTo>
                  <a:lnTo>
                    <a:pt x="0" y="0"/>
                  </a:lnTo>
                  <a:lnTo>
                    <a:pt x="0" y="5704090"/>
                  </a:lnTo>
                  <a:lnTo>
                    <a:pt x="2221611" y="5704090"/>
                  </a:lnTo>
                  <a:lnTo>
                    <a:pt x="2221611" y="3033623"/>
                  </a:lnTo>
                  <a:lnTo>
                    <a:pt x="2221750" y="3033623"/>
                  </a:lnTo>
                  <a:cubicBezTo>
                    <a:pt x="2221750" y="2975800"/>
                    <a:pt x="2251494" y="2933166"/>
                    <a:pt x="2326093" y="2989783"/>
                  </a:cubicBezTo>
                  <a:cubicBezTo>
                    <a:pt x="2333091" y="2996641"/>
                    <a:pt x="2340622" y="3002953"/>
                    <a:pt x="2348611" y="3008668"/>
                  </a:cubicBezTo>
                  <a:lnTo>
                    <a:pt x="2348623" y="3008668"/>
                  </a:lnTo>
                  <a:cubicBezTo>
                    <a:pt x="2379230" y="3030562"/>
                    <a:pt x="2416695" y="3043478"/>
                    <a:pt x="2457183" y="3043478"/>
                  </a:cubicBezTo>
                  <a:cubicBezTo>
                    <a:pt x="2560472" y="3043478"/>
                    <a:pt x="2644228" y="2959760"/>
                    <a:pt x="2644228" y="2856433"/>
                  </a:cubicBezTo>
                  <a:cubicBezTo>
                    <a:pt x="2644228" y="2753156"/>
                    <a:pt x="2560472" y="2669413"/>
                    <a:pt x="2457183" y="2669413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  <p:sp>
          <p:nvSpPr>
            <p:cNvPr id="27" name="Light shape">
              <a:extLst>
                <a:ext uri="{FF2B5EF4-FFF2-40B4-BE49-F238E27FC236}">
                  <a16:creationId xmlns:a16="http://schemas.microsoft.com/office/drawing/2014/main" id="{8160F47A-1DA0-8987-2179-86F4A6F37E7B}"/>
                </a:ext>
              </a:extLst>
            </p:cNvPr>
            <p:cNvSpPr/>
            <p:nvPr/>
          </p:nvSpPr>
          <p:spPr bwMode="auto">
            <a:xfrm>
              <a:off x="4858317" y="1727797"/>
              <a:ext cx="2137604" cy="588452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40000"/>
              </a:schemeClr>
            </a:solidFill>
            <a:ln w="12700" cap="flat" cmpd="sng">
              <a:noFill/>
              <a:prstDash val="solid"/>
              <a:miter lim="800000"/>
            </a:ln>
          </p:spPr>
          <p:txBody>
            <a:bodyPr anchor="ctr">
              <a:spAutoFit/>
            </a:bodyPr>
            <a:lstStyle/>
            <a:p>
              <a:pPr algn="ctr">
                <a:defRPr/>
              </a:pPr>
              <a:endParaRPr lang="en-US" sz="1200"/>
            </a:p>
          </p:txBody>
        </p:sp>
      </p:grpSp>
      <p:sp>
        <p:nvSpPr>
          <p:cNvPr id="28" name="Dark shape">
            <a:extLst>
              <a:ext uri="{FF2B5EF4-FFF2-40B4-BE49-F238E27FC236}">
                <a16:creationId xmlns:a16="http://schemas.microsoft.com/office/drawing/2014/main" id="{A372A17A-F1DD-85EB-77FD-02F490045476}"/>
              </a:ext>
            </a:extLst>
          </p:cNvPr>
          <p:cNvSpPr/>
          <p:nvPr/>
        </p:nvSpPr>
        <p:spPr bwMode="auto">
          <a:xfrm>
            <a:off x="3439974" y="4776933"/>
            <a:ext cx="4812924" cy="276999"/>
          </a:xfrm>
          <a:prstGeom prst="rect">
            <a:avLst/>
          </a:prstGeom>
          <a:solidFill>
            <a:srgbClr val="2C2C2C">
              <a:alpha val="20000"/>
            </a:srgbClr>
          </a:solidFill>
          <a:ln w="12700" cap="flat" cmpd="sng">
            <a:noFill/>
            <a:prstDash val="solid"/>
            <a:miter lim="800000"/>
          </a:ln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en-US" sz="1200"/>
          </a:p>
        </p:txBody>
      </p:sp>
      <p:pic>
        <p:nvPicPr>
          <p:cNvPr id="29" name="Shadow on background" descr="D:\andrew\Работа\Андрей\00_Presentations\05_WoW2\02_PPTs_P6\2435.png">
            <a:extLst>
              <a:ext uri="{FF2B5EF4-FFF2-40B4-BE49-F238E27FC236}">
                <a16:creationId xmlns:a16="http://schemas.microsoft.com/office/drawing/2014/main" id="{179F6095-5DC6-5488-DA27-B9F73B1CD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2488026" y="5267449"/>
            <a:ext cx="6716820" cy="349022"/>
          </a:xfrm>
          <a:prstGeom prst="rect">
            <a:avLst/>
          </a:prstGeom>
          <a:noFill/>
        </p:spPr>
      </p:pic>
      <p:sp>
        <p:nvSpPr>
          <p:cNvPr id="30" name="B">
            <a:extLst>
              <a:ext uri="{FF2B5EF4-FFF2-40B4-BE49-F238E27FC236}">
                <a16:creationId xmlns:a16="http://schemas.microsoft.com/office/drawing/2014/main" id="{DF047A39-22E6-2DE3-9F5D-E0C441AD3EAB}"/>
              </a:ext>
            </a:extLst>
          </p:cNvPr>
          <p:cNvSpPr txBox="1"/>
          <p:nvPr/>
        </p:nvSpPr>
        <p:spPr bwMode="auto">
          <a:xfrm>
            <a:off x="3714871" y="3197458"/>
            <a:ext cx="1472132" cy="953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sz="1850" b="1" dirty="0">
                <a:solidFill>
                  <a:schemeClr val="bg2"/>
                </a:solidFill>
                <a:latin typeface="Calibri"/>
                <a:ea typeface="Roboto Condensed"/>
                <a:cs typeface="Calibri"/>
              </a:rPr>
              <a:t>Participated by All India CAs</a:t>
            </a:r>
            <a:endParaRPr lang="ru-RU" sz="1850" b="1" dirty="0">
              <a:solidFill>
                <a:schemeClr val="bg2"/>
              </a:solidFill>
              <a:latin typeface="Calibri"/>
              <a:ea typeface="Roboto Condensed"/>
              <a:cs typeface="Calibri"/>
            </a:endParaRPr>
          </a:p>
        </p:txBody>
      </p:sp>
      <p:sp>
        <p:nvSpPr>
          <p:cNvPr id="31" name="B">
            <a:extLst>
              <a:ext uri="{FF2B5EF4-FFF2-40B4-BE49-F238E27FC236}">
                <a16:creationId xmlns:a16="http://schemas.microsoft.com/office/drawing/2014/main" id="{41734582-F732-4C3A-87A7-6928687AB3C6}"/>
              </a:ext>
            </a:extLst>
          </p:cNvPr>
          <p:cNvSpPr txBox="1"/>
          <p:nvPr/>
        </p:nvSpPr>
        <p:spPr bwMode="auto">
          <a:xfrm>
            <a:off x="5301548" y="3028624"/>
            <a:ext cx="1210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IN" b="1" dirty="0">
                <a:solidFill>
                  <a:schemeClr val="bg2"/>
                </a:solidFill>
                <a:latin typeface="Calibri"/>
                <a:ea typeface="Roboto Condensed"/>
                <a:cs typeface="Calibri"/>
              </a:rPr>
              <a:t>Conducted Online on Zoom / MS Teams</a:t>
            </a:r>
            <a:endParaRPr lang="ru-RU" b="1" dirty="0">
              <a:solidFill>
                <a:schemeClr val="bg2"/>
              </a:solidFill>
              <a:latin typeface="Calibri"/>
              <a:ea typeface="Roboto Condensed"/>
              <a:cs typeface="Calibri"/>
            </a:endParaRPr>
          </a:p>
        </p:txBody>
      </p:sp>
      <p:sp>
        <p:nvSpPr>
          <p:cNvPr id="32" name="B">
            <a:extLst>
              <a:ext uri="{FF2B5EF4-FFF2-40B4-BE49-F238E27FC236}">
                <a16:creationId xmlns:a16="http://schemas.microsoft.com/office/drawing/2014/main" id="{11EF7F9F-B40F-F391-5F37-111E76E98A4C}"/>
              </a:ext>
            </a:extLst>
          </p:cNvPr>
          <p:cNvSpPr txBox="1"/>
          <p:nvPr/>
        </p:nvSpPr>
        <p:spPr bwMode="auto">
          <a:xfrm>
            <a:off x="6641990" y="2921358"/>
            <a:ext cx="14899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" b="1">
                <a:solidFill>
                  <a:schemeClr val="bg2"/>
                </a:solidFill>
                <a:latin typeface="Calibri"/>
                <a:ea typeface="Roboto Condensed"/>
                <a:cs typeface="Calibri"/>
              </a:rPr>
              <a:t>One Company</a:t>
            </a:r>
            <a:endParaRPr/>
          </a:p>
          <a:p>
            <a:pPr algn="ctr">
              <a:defRPr/>
            </a:pPr>
            <a:r>
              <a:rPr lang="en" b="1">
                <a:solidFill>
                  <a:schemeClr val="bg2"/>
                </a:solidFill>
                <a:latin typeface="Calibri"/>
                <a:ea typeface="Roboto Condensed"/>
                <a:cs typeface="Calibri"/>
              </a:rPr>
              <a:t>-</a:t>
            </a:r>
            <a:endParaRPr/>
          </a:p>
          <a:p>
            <a:pPr algn="ctr">
              <a:defRPr/>
            </a:pPr>
            <a:r>
              <a:rPr lang="en" b="1">
                <a:solidFill>
                  <a:schemeClr val="bg2"/>
                </a:solidFill>
                <a:latin typeface="Calibri"/>
                <a:ea typeface="Roboto Condensed"/>
                <a:cs typeface="Calibri"/>
              </a:rPr>
              <a:t>One </a:t>
            </a:r>
            <a:endParaRPr/>
          </a:p>
          <a:p>
            <a:pPr algn="ctr">
              <a:defRPr/>
            </a:pPr>
            <a:r>
              <a:rPr lang="en" b="1">
                <a:solidFill>
                  <a:schemeClr val="bg2"/>
                </a:solidFill>
                <a:latin typeface="Calibri"/>
                <a:ea typeface="Roboto Condensed"/>
                <a:cs typeface="Calibri"/>
              </a:rPr>
              <a:t>Date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664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827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827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256709119"/>
                                        </p:tgtEl>
                                      </p:cBhvr>
                                      <p:by x="15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827376" grpId="0"/>
      <p:bldP spid="256709119" grpId="0"/>
      <p:bldP spid="5" grpId="0"/>
      <p:bldP spid="5" grpId="1"/>
      <p:bldP spid="28" grpId="0" animBg="1"/>
      <p:bldP spid="30" grpId="0"/>
      <p:bldP spid="31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38251DB-43D0-269B-232E-C979DABAF4F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8297867" name="Group 1">
            <a:extLst>
              <a:ext uri="{FF2B5EF4-FFF2-40B4-BE49-F238E27FC236}">
                <a16:creationId xmlns:a16="http://schemas.microsoft.com/office/drawing/2014/main" id="{CE039C1F-81C7-3AFA-B0EC-36F4546E3384}"/>
              </a:ext>
            </a:extLst>
          </p:cNvPr>
          <p:cNvGrpSpPr/>
          <p:nvPr/>
        </p:nvGrpSpPr>
        <p:grpSpPr bwMode="auto">
          <a:xfrm>
            <a:off x="6331895" y="2861475"/>
            <a:ext cx="3078104" cy="2926007"/>
            <a:chOff x="569217" y="2037240"/>
            <a:chExt cx="2520000" cy="4280939"/>
          </a:xfrm>
        </p:grpSpPr>
        <p:sp>
          <p:nvSpPr>
            <p:cNvPr id="4" name="Oval 45">
              <a:extLst>
                <a:ext uri="{FF2B5EF4-FFF2-40B4-BE49-F238E27FC236}">
                  <a16:creationId xmlns:a16="http://schemas.microsoft.com/office/drawing/2014/main" id="{6AD7CB49-9B2C-650F-AD92-A416C46C14C3}"/>
                </a:ext>
              </a:extLst>
            </p:cNvPr>
            <p:cNvSpPr/>
            <p:nvPr/>
          </p:nvSpPr>
          <p:spPr bwMode="auto">
            <a:xfrm>
              <a:off x="569217" y="2037240"/>
              <a:ext cx="2520000" cy="4280939"/>
            </a:xfrm>
            <a:prstGeom prst="roundRect">
              <a:avLst>
                <a:gd name="adj" fmla="val 13379"/>
              </a:avLst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  <p:sp>
          <p:nvSpPr>
            <p:cNvPr id="6" name="Oval 46">
              <a:extLst>
                <a:ext uri="{FF2B5EF4-FFF2-40B4-BE49-F238E27FC236}">
                  <a16:creationId xmlns:a16="http://schemas.microsoft.com/office/drawing/2014/main" id="{4B11DB79-A96A-B750-3199-445BA1CD9147}"/>
                </a:ext>
              </a:extLst>
            </p:cNvPr>
            <p:cNvSpPr/>
            <p:nvPr/>
          </p:nvSpPr>
          <p:spPr bwMode="auto">
            <a:xfrm>
              <a:off x="569217" y="2037240"/>
              <a:ext cx="2520000" cy="4280939"/>
            </a:xfrm>
            <a:prstGeom prst="roundRect">
              <a:avLst>
                <a:gd name="adj" fmla="val 12759"/>
              </a:avLst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>
                <a:latin typeface="Poppins"/>
              </a:endParaRPr>
            </a:p>
          </p:txBody>
        </p:sp>
      </p:grpSp>
      <p:grpSp>
        <p:nvGrpSpPr>
          <p:cNvPr id="957125845" name="Group 7">
            <a:extLst>
              <a:ext uri="{FF2B5EF4-FFF2-40B4-BE49-F238E27FC236}">
                <a16:creationId xmlns:a16="http://schemas.microsoft.com/office/drawing/2014/main" id="{2EC7E358-0D9F-CBA1-3DD8-FE1D8D2627A6}"/>
              </a:ext>
            </a:extLst>
          </p:cNvPr>
          <p:cNvGrpSpPr/>
          <p:nvPr/>
        </p:nvGrpSpPr>
        <p:grpSpPr bwMode="auto">
          <a:xfrm>
            <a:off x="2823368" y="3100111"/>
            <a:ext cx="3078722" cy="2687372"/>
            <a:chOff x="569217" y="2037240"/>
            <a:chExt cx="2520000" cy="4280939"/>
          </a:xfrm>
        </p:grpSpPr>
        <p:sp>
          <p:nvSpPr>
            <p:cNvPr id="13" name="Oval 45">
              <a:extLst>
                <a:ext uri="{FF2B5EF4-FFF2-40B4-BE49-F238E27FC236}">
                  <a16:creationId xmlns:a16="http://schemas.microsoft.com/office/drawing/2014/main" id="{BCE80116-9847-2B4D-EB16-BEDB36C03469}"/>
                </a:ext>
              </a:extLst>
            </p:cNvPr>
            <p:cNvSpPr/>
            <p:nvPr/>
          </p:nvSpPr>
          <p:spPr bwMode="auto">
            <a:xfrm>
              <a:off x="569217" y="2037240"/>
              <a:ext cx="2520000" cy="4280939"/>
            </a:xfrm>
            <a:prstGeom prst="roundRect">
              <a:avLst>
                <a:gd name="adj" fmla="val 13379"/>
              </a:avLst>
            </a:prstGeom>
            <a:solidFill>
              <a:schemeClr val="bg1"/>
            </a:solidFill>
            <a:ln>
              <a:noFill/>
            </a:ln>
            <a:effectLst>
              <a:outerShdw blurRad="536216" dist="360062" dir="3900000" algn="tl" rotWithShape="0">
                <a:schemeClr val="bg1">
                  <a:lumMod val="75000"/>
                  <a:alpha val="16935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 sz="2400">
                <a:solidFill>
                  <a:schemeClr val="tx2"/>
                </a:solidFill>
                <a:latin typeface="Arial Black"/>
              </a:endParaRPr>
            </a:p>
          </p:txBody>
        </p:sp>
        <p:sp>
          <p:nvSpPr>
            <p:cNvPr id="14" name="Oval 46">
              <a:extLst>
                <a:ext uri="{FF2B5EF4-FFF2-40B4-BE49-F238E27FC236}">
                  <a16:creationId xmlns:a16="http://schemas.microsoft.com/office/drawing/2014/main" id="{99966EAF-A909-931D-5A06-6512D2081154}"/>
                </a:ext>
              </a:extLst>
            </p:cNvPr>
            <p:cNvSpPr/>
            <p:nvPr/>
          </p:nvSpPr>
          <p:spPr bwMode="auto">
            <a:xfrm>
              <a:off x="569217" y="2037240"/>
              <a:ext cx="2520000" cy="4280939"/>
            </a:xfrm>
            <a:prstGeom prst="roundRect">
              <a:avLst>
                <a:gd name="adj" fmla="val 12759"/>
              </a:avLst>
            </a:prstGeom>
            <a:solidFill>
              <a:schemeClr val="bg1"/>
            </a:solidFill>
            <a:ln>
              <a:noFill/>
            </a:ln>
            <a:effectLst>
              <a:outerShdw blurRad="384432" dist="200502" dir="13500000" algn="tl" rotWithShape="0">
                <a:srgbClr val="FFFFFF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endParaRPr lang="en-ID" sz="2400">
                <a:solidFill>
                  <a:schemeClr val="tx2"/>
                </a:solidFill>
                <a:latin typeface="Arial Black"/>
              </a:endParaRPr>
            </a:p>
          </p:txBody>
        </p:sp>
      </p:grpSp>
      <p:sp>
        <p:nvSpPr>
          <p:cNvPr id="1884827376" name="TextBox 2">
            <a:extLst>
              <a:ext uri="{FF2B5EF4-FFF2-40B4-BE49-F238E27FC236}">
                <a16:creationId xmlns:a16="http://schemas.microsoft.com/office/drawing/2014/main" id="{8E31C2CD-0F60-A3F4-12EC-EF482E8E054A}"/>
              </a:ext>
            </a:extLst>
          </p:cNvPr>
          <p:cNvSpPr txBox="1"/>
          <p:nvPr/>
        </p:nvSpPr>
        <p:spPr bwMode="auto">
          <a:xfrm>
            <a:off x="1795345" y="449537"/>
            <a:ext cx="91105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Poppins"/>
              </a:defRPr>
            </a:lvl1pPr>
          </a:lstStyle>
          <a:p>
            <a:pPr algn="ctr">
              <a:defRPr/>
            </a:pPr>
            <a:r>
              <a:rPr lang="en-US" sz="3200" dirty="0"/>
              <a:t>FAST CA CAMPUS – July 2026</a:t>
            </a:r>
            <a:endParaRPr dirty="0"/>
          </a:p>
          <a:p>
            <a:pPr algn="ctr">
              <a:defRPr/>
            </a:pPr>
            <a:r>
              <a:rPr lang="en-US" sz="2000" b="1" dirty="0">
                <a:solidFill>
                  <a:schemeClr val="tx2"/>
                </a:solidFill>
              </a:rPr>
              <a:t>One Day | One Venue | Tons of Participants | Multiple Recruiting Companies</a:t>
            </a:r>
            <a:endParaRPr lang="en-ID" sz="2000" b="1" dirty="0">
              <a:solidFill>
                <a:schemeClr val="tx2"/>
              </a:solidFill>
            </a:endParaRPr>
          </a:p>
        </p:txBody>
      </p:sp>
      <p:sp>
        <p:nvSpPr>
          <p:cNvPr id="754673373" name="TextBox 35">
            <a:extLst>
              <a:ext uri="{FF2B5EF4-FFF2-40B4-BE49-F238E27FC236}">
                <a16:creationId xmlns:a16="http://schemas.microsoft.com/office/drawing/2014/main" id="{97A60E98-22C0-D9E0-2E72-89A1C8E55820}"/>
              </a:ext>
            </a:extLst>
          </p:cNvPr>
          <p:cNvSpPr txBox="1"/>
          <p:nvPr/>
        </p:nvSpPr>
        <p:spPr bwMode="auto">
          <a:xfrm>
            <a:off x="3296265" y="4295209"/>
            <a:ext cx="2014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pc="120" dirty="0">
                <a:solidFill>
                  <a:schemeClr val="tx2"/>
                </a:solidFill>
                <a:latin typeface="Arial Black"/>
                <a:cs typeface="Poppins SemiBold"/>
              </a:rPr>
              <a:t>Delhi</a:t>
            </a:r>
            <a:endParaRPr lang="en-ID" spc="120" dirty="0">
              <a:solidFill>
                <a:schemeClr val="tx2"/>
              </a:solidFill>
              <a:latin typeface="Arial Black"/>
              <a:cs typeface="Poppins SemiBold"/>
            </a:endParaRPr>
          </a:p>
        </p:txBody>
      </p:sp>
      <p:sp>
        <p:nvSpPr>
          <p:cNvPr id="58393169" name="TextBox 36">
            <a:extLst>
              <a:ext uri="{FF2B5EF4-FFF2-40B4-BE49-F238E27FC236}">
                <a16:creationId xmlns:a16="http://schemas.microsoft.com/office/drawing/2014/main" id="{14D64453-15F4-FB9F-A706-1854B34039E9}"/>
              </a:ext>
            </a:extLst>
          </p:cNvPr>
          <p:cNvSpPr txBox="1"/>
          <p:nvPr/>
        </p:nvSpPr>
        <p:spPr bwMode="auto">
          <a:xfrm>
            <a:off x="3102484" y="4664541"/>
            <a:ext cx="221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2"/>
                </a:solidFill>
                <a:latin typeface="Arial Black"/>
                <a:cs typeface="Poppins"/>
              </a:rPr>
              <a:t>07 July 2026 </a:t>
            </a:r>
            <a:endParaRPr lang="en-ID" dirty="0">
              <a:solidFill>
                <a:schemeClr val="tx2"/>
              </a:solidFill>
              <a:latin typeface="Arial Black"/>
              <a:cs typeface="Poppins"/>
            </a:endParaRPr>
          </a:p>
        </p:txBody>
      </p:sp>
      <p:sp>
        <p:nvSpPr>
          <p:cNvPr id="256709119" name="TextBox 39">
            <a:extLst>
              <a:ext uri="{FF2B5EF4-FFF2-40B4-BE49-F238E27FC236}">
                <a16:creationId xmlns:a16="http://schemas.microsoft.com/office/drawing/2014/main" id="{68B2A9A5-DBED-6E72-11AE-C54DEF30C212}"/>
              </a:ext>
            </a:extLst>
          </p:cNvPr>
          <p:cNvSpPr txBox="1"/>
          <p:nvPr/>
        </p:nvSpPr>
        <p:spPr bwMode="auto">
          <a:xfrm>
            <a:off x="6651355" y="4223516"/>
            <a:ext cx="2377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pc="120" dirty="0">
                <a:solidFill>
                  <a:schemeClr val="tx2"/>
                </a:solidFill>
                <a:latin typeface="Arial Black"/>
                <a:cs typeface="Poppins SemiBold"/>
              </a:rPr>
              <a:t>Mumbai</a:t>
            </a:r>
            <a:endParaRPr lang="en-ID" spc="120" dirty="0">
              <a:solidFill>
                <a:schemeClr val="tx2"/>
              </a:solidFill>
              <a:latin typeface="Arial Black"/>
              <a:cs typeface="Poppins SemiBold"/>
            </a:endParaRPr>
          </a:p>
        </p:txBody>
      </p:sp>
      <p:sp>
        <p:nvSpPr>
          <p:cNvPr id="837724705" name="TextBox 41">
            <a:extLst>
              <a:ext uri="{FF2B5EF4-FFF2-40B4-BE49-F238E27FC236}">
                <a16:creationId xmlns:a16="http://schemas.microsoft.com/office/drawing/2014/main" id="{14DBDE68-9142-EB20-1A2E-C3E20760A31D}"/>
              </a:ext>
            </a:extLst>
          </p:cNvPr>
          <p:cNvSpPr txBox="1"/>
          <p:nvPr/>
        </p:nvSpPr>
        <p:spPr bwMode="auto">
          <a:xfrm>
            <a:off x="6642344" y="4664541"/>
            <a:ext cx="2461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2"/>
                </a:solidFill>
                <a:latin typeface="Arial Black"/>
                <a:cs typeface="Poppins"/>
              </a:rPr>
              <a:t>10 July 2026</a:t>
            </a:r>
            <a:endParaRPr lang="en-ID" dirty="0">
              <a:solidFill>
                <a:schemeClr val="tx2"/>
              </a:solidFill>
              <a:latin typeface="Arial Black"/>
              <a:cs typeface="Poppins"/>
            </a:endParaRPr>
          </a:p>
        </p:txBody>
      </p:sp>
      <p:pic>
        <p:nvPicPr>
          <p:cNvPr id="1140896410" name="Picture Placeholder 9">
            <a:extLst>
              <a:ext uri="{FF2B5EF4-FFF2-40B4-BE49-F238E27FC236}">
                <a16:creationId xmlns:a16="http://schemas.microsoft.com/office/drawing/2014/main" id="{7EF64479-DDCC-B061-56E6-EC92FA92A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6" b="906"/>
          <a:stretch/>
        </p:blipFill>
        <p:spPr bwMode="auto">
          <a:xfrm>
            <a:off x="2885678" y="1993631"/>
            <a:ext cx="2998796" cy="2099840"/>
          </a:xfrm>
          <a:custGeom>
            <a:avLst/>
            <a:gdLst>
              <a:gd name="connsiteX0" fmla="*/ 226154 w 2432755"/>
              <a:gd name="connsiteY0" fmla="*/ 0 h 1703482"/>
              <a:gd name="connsiteX1" fmla="*/ 2206601 w 2432755"/>
              <a:gd name="connsiteY1" fmla="*/ 0 h 1703482"/>
              <a:gd name="connsiteX2" fmla="*/ 2432755 w 2432755"/>
              <a:gd name="connsiteY2" fmla="*/ 226154 h 1703482"/>
              <a:gd name="connsiteX3" fmla="*/ 2432755 w 2432755"/>
              <a:gd name="connsiteY3" fmla="*/ 1703482 h 1703482"/>
              <a:gd name="connsiteX4" fmla="*/ 0 w 2432755"/>
              <a:gd name="connsiteY4" fmla="*/ 1703482 h 1703482"/>
              <a:gd name="connsiteX5" fmla="*/ 0 w 2432755"/>
              <a:gd name="connsiteY5" fmla="*/ 226154 h 1703482"/>
              <a:gd name="connsiteX6" fmla="*/ 226154 w 2432755"/>
              <a:gd name="connsiteY6" fmla="*/ 0 h 170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2755" h="1703482" extrusionOk="0">
                <a:moveTo>
                  <a:pt x="226154" y="0"/>
                </a:moveTo>
                <a:lnTo>
                  <a:pt x="2206601" y="0"/>
                </a:lnTo>
                <a:cubicBezTo>
                  <a:pt x="2331502" y="0"/>
                  <a:pt x="2432755" y="101253"/>
                  <a:pt x="2432755" y="226154"/>
                </a:cubicBezTo>
                <a:lnTo>
                  <a:pt x="2432755" y="1703482"/>
                </a:lnTo>
                <a:lnTo>
                  <a:pt x="0" y="1703482"/>
                </a:lnTo>
                <a:lnTo>
                  <a:pt x="0" y="226154"/>
                </a:lnTo>
                <a:cubicBezTo>
                  <a:pt x="0" y="101253"/>
                  <a:pt x="101253" y="0"/>
                  <a:pt x="226154" y="0"/>
                </a:cubicBezTo>
                <a:close/>
              </a:path>
            </a:pathLst>
          </a:custGeom>
          <a:solidFill>
            <a:schemeClr val="tx2"/>
          </a:solidFill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BD14F7-3CA1-6753-3CD8-7F55918B2704}"/>
              </a:ext>
            </a:extLst>
          </p:cNvPr>
          <p:cNvSpPr txBox="1"/>
          <p:nvPr/>
        </p:nvSpPr>
        <p:spPr>
          <a:xfrm>
            <a:off x="345688" y="6039131"/>
            <a:ext cx="1160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/>
            </a:pPr>
            <a:r>
              <a:rPr lang="en-US" sz="1800" dirty="0">
                <a:solidFill>
                  <a:schemeClr val="tx1"/>
                </a:solidFill>
              </a:rPr>
              <a:t>Slots on first cum first serve basis | No fixed or upfront costs | Organized at a premium hotel business </a:t>
            </a:r>
            <a:r>
              <a:rPr lang="en-US" sz="1800" dirty="0" err="1">
                <a:solidFill>
                  <a:schemeClr val="tx1"/>
                </a:solidFill>
              </a:rPr>
              <a:t>centre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374FE1-BA6C-0BAA-39E1-E9A3E00512EA}"/>
              </a:ext>
            </a:extLst>
          </p:cNvPr>
          <p:cNvSpPr txBox="1"/>
          <p:nvPr/>
        </p:nvSpPr>
        <p:spPr>
          <a:xfrm>
            <a:off x="2781383" y="4753458"/>
            <a:ext cx="30787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chemeClr val="accent2"/>
              </a:solidFill>
            </a:endParaRPr>
          </a:p>
          <a:p>
            <a:pPr algn="ctr"/>
            <a:r>
              <a:rPr lang="en-US" sz="1800" b="1" dirty="0">
                <a:solidFill>
                  <a:schemeClr val="accent2"/>
                </a:solidFill>
              </a:rPr>
              <a:t>CAs expected to register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1500+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4A01D-2B61-D28B-1C4F-6063126B35EA}"/>
              </a:ext>
            </a:extLst>
          </p:cNvPr>
          <p:cNvSpPr txBox="1"/>
          <p:nvPr/>
        </p:nvSpPr>
        <p:spPr bwMode="auto">
          <a:xfrm>
            <a:off x="6331895" y="4782459"/>
            <a:ext cx="30787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1800" b="1" dirty="0">
              <a:solidFill>
                <a:schemeClr val="accent2"/>
              </a:solidFill>
            </a:endParaRPr>
          </a:p>
          <a:p>
            <a:pPr algn="ctr"/>
            <a:r>
              <a:rPr lang="en-US" sz="1800" b="1" dirty="0">
                <a:solidFill>
                  <a:schemeClr val="accent2"/>
                </a:solidFill>
              </a:rPr>
              <a:t>CAs expected to register </a:t>
            </a:r>
          </a:p>
          <a:p>
            <a:pPr algn="ctr"/>
            <a:r>
              <a:rPr lang="en-US" b="1" dirty="0">
                <a:solidFill>
                  <a:schemeClr val="accent2"/>
                </a:solidFill>
              </a:rPr>
              <a:t>1500+</a:t>
            </a:r>
          </a:p>
        </p:txBody>
      </p:sp>
      <p:pic>
        <p:nvPicPr>
          <p:cNvPr id="2" name="Picture Placeholder 6">
            <a:extLst>
              <a:ext uri="{FF2B5EF4-FFF2-40B4-BE49-F238E27FC236}">
                <a16:creationId xmlns:a16="http://schemas.microsoft.com/office/drawing/2014/main" id="{724A0815-8988-8528-D8FC-075ED1B481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6" r="2456"/>
          <a:stretch/>
        </p:blipFill>
        <p:spPr bwMode="auto">
          <a:xfrm>
            <a:off x="6348168" y="1987180"/>
            <a:ext cx="3020464" cy="2115012"/>
          </a:xfrm>
          <a:custGeom>
            <a:avLst/>
            <a:gdLst>
              <a:gd name="connsiteX0" fmla="*/ 226154 w 2432755"/>
              <a:gd name="connsiteY0" fmla="*/ 0 h 1703482"/>
              <a:gd name="connsiteX1" fmla="*/ 2206601 w 2432755"/>
              <a:gd name="connsiteY1" fmla="*/ 0 h 1703482"/>
              <a:gd name="connsiteX2" fmla="*/ 2432755 w 2432755"/>
              <a:gd name="connsiteY2" fmla="*/ 226154 h 1703482"/>
              <a:gd name="connsiteX3" fmla="*/ 2432755 w 2432755"/>
              <a:gd name="connsiteY3" fmla="*/ 1703482 h 1703482"/>
              <a:gd name="connsiteX4" fmla="*/ 0 w 2432755"/>
              <a:gd name="connsiteY4" fmla="*/ 1703482 h 1703482"/>
              <a:gd name="connsiteX5" fmla="*/ 0 w 2432755"/>
              <a:gd name="connsiteY5" fmla="*/ 226154 h 1703482"/>
              <a:gd name="connsiteX6" fmla="*/ 226154 w 2432755"/>
              <a:gd name="connsiteY6" fmla="*/ 0 h 1703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2755" h="1703482" extrusionOk="0">
                <a:moveTo>
                  <a:pt x="226154" y="0"/>
                </a:moveTo>
                <a:lnTo>
                  <a:pt x="2206601" y="0"/>
                </a:lnTo>
                <a:cubicBezTo>
                  <a:pt x="2331502" y="0"/>
                  <a:pt x="2432755" y="101253"/>
                  <a:pt x="2432755" y="226154"/>
                </a:cubicBezTo>
                <a:lnTo>
                  <a:pt x="2432755" y="1703482"/>
                </a:lnTo>
                <a:lnTo>
                  <a:pt x="0" y="1703482"/>
                </a:lnTo>
                <a:lnTo>
                  <a:pt x="0" y="226154"/>
                </a:lnTo>
                <a:cubicBezTo>
                  <a:pt x="0" y="101253"/>
                  <a:pt x="101253" y="0"/>
                  <a:pt x="226154" y="0"/>
                </a:cubicBezTo>
                <a:close/>
              </a:path>
            </a:pathLst>
          </a:custGeom>
          <a:solidFill>
            <a:schemeClr val="tx2"/>
          </a:solidFill>
        </p:spPr>
      </p:pic>
    </p:spTree>
    <p:extLst>
      <p:ext uri="{BB962C8B-B14F-4D97-AF65-F5344CB8AC3E}">
        <p14:creationId xmlns:p14="http://schemas.microsoft.com/office/powerpoint/2010/main" val="5316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827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84827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84827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89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724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7724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7724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6709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6709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2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8297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8297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93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93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67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54673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54673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12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5712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5712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827376" grpId="0"/>
      <p:bldP spid="754673373" grpId="0"/>
      <p:bldP spid="58393169" grpId="0"/>
      <p:bldP spid="256709119" grpId="0"/>
      <p:bldP spid="837724705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60438" name="Shape 322"/>
          <p:cNvSpPr/>
          <p:nvPr/>
        </p:nvSpPr>
        <p:spPr bwMode="auto">
          <a:xfrm>
            <a:off x="4504800" y="2517933"/>
            <a:ext cx="3182400" cy="3182400"/>
          </a:xfrm>
          <a:prstGeom prst="diamond">
            <a:avLst/>
          </a:prstGeom>
          <a:solidFill>
            <a:schemeClr val="accent2"/>
          </a:solidFill>
          <a:ln w="38100" cap="flat" cmpd="sng">
            <a:solidFill>
              <a:srgbClr val="92A8C8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defRPr/>
            </a:pPr>
            <a:r>
              <a:rPr lang="en-GB" sz="160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Candidates Apply Online on the Portal</a:t>
            </a:r>
            <a:endParaRPr/>
          </a:p>
          <a:p>
            <a:pPr algn="ctr">
              <a:defRPr/>
            </a:pPr>
            <a:r>
              <a:rPr lang="en-GB" sz="160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&amp;</a:t>
            </a:r>
            <a:endParaRPr/>
          </a:p>
          <a:p>
            <a:pPr algn="ctr">
              <a:defRPr/>
            </a:pPr>
            <a:r>
              <a:rPr lang="en-GB" sz="1600" b="1" u="sng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are then screened by our HR Recruiters over a call</a:t>
            </a:r>
            <a:endParaRPr lang="en" sz="1600" b="1" u="sng">
              <a:solidFill>
                <a:schemeClr val="bg1"/>
              </a:solidFill>
              <a:latin typeface="Roboto Condensed"/>
              <a:ea typeface="Roboto Condensed"/>
              <a:cs typeface="Roboto Condensed"/>
            </a:endParaRPr>
          </a:p>
        </p:txBody>
      </p:sp>
      <p:sp>
        <p:nvSpPr>
          <p:cNvPr id="316827337" name="Shape 323"/>
          <p:cNvSpPr/>
          <p:nvPr/>
        </p:nvSpPr>
        <p:spPr bwMode="auto">
          <a:xfrm>
            <a:off x="2135200" y="2517933"/>
            <a:ext cx="3182400" cy="3182400"/>
          </a:xfrm>
          <a:prstGeom prst="diamond">
            <a:avLst/>
          </a:prstGeom>
          <a:noFill/>
          <a:ln w="76200" cap="flat" cmpd="sng">
            <a:solidFill>
              <a:srgbClr val="FBAB29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defRPr/>
            </a:pPr>
            <a:r>
              <a:rPr lang="en-GB" sz="1600">
                <a:solidFill>
                  <a:srgbClr val="002060"/>
                </a:solidFill>
                <a:latin typeface="Roboto Condensed"/>
                <a:ea typeface="Roboto Condensed"/>
                <a:cs typeface="Roboto Condensed"/>
              </a:rPr>
              <a:t>We enlist you as a participating corporate on our portal www.fast-india.com</a:t>
            </a:r>
            <a:endParaRPr lang="en" sz="1600">
              <a:solidFill>
                <a:srgbClr val="002060"/>
              </a:solidFill>
              <a:latin typeface="Roboto Condensed"/>
              <a:ea typeface="Roboto Condensed"/>
              <a:cs typeface="Roboto Condensed"/>
            </a:endParaRPr>
          </a:p>
        </p:txBody>
      </p:sp>
      <p:sp>
        <p:nvSpPr>
          <p:cNvPr id="1854045705" name="Shape 324"/>
          <p:cNvSpPr/>
          <p:nvPr/>
        </p:nvSpPr>
        <p:spPr bwMode="auto">
          <a:xfrm>
            <a:off x="6874400" y="2517933"/>
            <a:ext cx="3182400" cy="3182400"/>
          </a:xfrm>
          <a:prstGeom prst="diamond">
            <a:avLst/>
          </a:prstGeom>
          <a:noFill/>
          <a:ln w="76200" cap="flat" cmpd="sng">
            <a:solidFill>
              <a:srgbClr val="FBAB29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defRPr/>
            </a:pPr>
            <a:r>
              <a:rPr lang="en-GB" sz="1600">
                <a:solidFill>
                  <a:srgbClr val="002060"/>
                </a:solidFill>
                <a:latin typeface="Roboto Condensed"/>
                <a:ea typeface="Roboto Condensed"/>
                <a:cs typeface="Roboto Condensed"/>
              </a:rPr>
              <a:t>Resumes &amp; XL List of Applicants meeting criteria specified is shared with the corporates</a:t>
            </a:r>
            <a:endParaRPr lang="en" sz="1600">
              <a:solidFill>
                <a:srgbClr val="002060"/>
              </a:solidFill>
              <a:latin typeface="Roboto Condensed"/>
              <a:ea typeface="Roboto Condensed"/>
              <a:cs typeface="Roboto Condensed"/>
            </a:endParaRPr>
          </a:p>
        </p:txBody>
      </p:sp>
      <p:grpSp>
        <p:nvGrpSpPr>
          <p:cNvPr id="296575284" name="Shape 325"/>
          <p:cNvGrpSpPr/>
          <p:nvPr/>
        </p:nvGrpSpPr>
        <p:grpSpPr bwMode="auto">
          <a:xfrm>
            <a:off x="350801" y="773474"/>
            <a:ext cx="543657" cy="521513"/>
            <a:chOff x="5233525" y="4954450"/>
            <a:chExt cx="538275" cy="516350"/>
          </a:xfrm>
        </p:grpSpPr>
        <p:sp>
          <p:nvSpPr>
            <p:cNvPr id="326" name="Shape 326"/>
            <p:cNvSpPr/>
            <p:nvPr/>
          </p:nvSpPr>
          <p:spPr bwMode="auto"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27" name="Shape 327"/>
            <p:cNvSpPr/>
            <p:nvPr/>
          </p:nvSpPr>
          <p:spPr bwMode="auto"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0" t="0" r="0" b="0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28" name="Shape 328"/>
            <p:cNvSpPr/>
            <p:nvPr/>
          </p:nvSpPr>
          <p:spPr bwMode="auto"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0" t="0" r="0" b="0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29" name="Shape 329"/>
            <p:cNvSpPr/>
            <p:nvPr/>
          </p:nvSpPr>
          <p:spPr bwMode="auto"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0" t="0" r="0" b="0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0" name="Shape 330"/>
            <p:cNvSpPr/>
            <p:nvPr/>
          </p:nvSpPr>
          <p:spPr bwMode="auto"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0" t="0" r="0" b="0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1" name="Shape 331"/>
            <p:cNvSpPr/>
            <p:nvPr/>
          </p:nvSpPr>
          <p:spPr bwMode="auto"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0" t="0" r="0" b="0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2" name="Shape 332"/>
            <p:cNvSpPr/>
            <p:nvPr/>
          </p:nvSpPr>
          <p:spPr bwMode="auto"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0" t="0" r="0" b="0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3" name="Shape 333"/>
            <p:cNvSpPr/>
            <p:nvPr/>
          </p:nvSpPr>
          <p:spPr bwMode="auto">
            <a:xfrm>
              <a:off x="5567799" y="4999500"/>
              <a:ext cx="115100" cy="133975"/>
            </a:xfrm>
            <a:custGeom>
              <a:avLst/>
              <a:gdLst/>
              <a:ahLst/>
              <a:cxnLst/>
              <a:rect l="0" t="0" r="0" b="0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4" name="Shape 334"/>
            <p:cNvSpPr/>
            <p:nvPr/>
          </p:nvSpPr>
          <p:spPr bwMode="auto"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0" t="0" r="0" b="0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5" name="Shape 335"/>
            <p:cNvSpPr/>
            <p:nvPr/>
          </p:nvSpPr>
          <p:spPr bwMode="auto"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0" t="0" r="0" b="0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  <p:sp>
          <p:nvSpPr>
            <p:cNvPr id="336" name="Shape 336"/>
            <p:cNvSpPr/>
            <p:nvPr/>
          </p:nvSpPr>
          <p:spPr bwMode="auto"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0" t="0" r="0" b="0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121900" tIns="121900" rIns="121900" bIns="121900" anchor="ctr" anchorCtr="0">
              <a:noAutofit/>
            </a:bodyPr>
            <a:lstStyle/>
            <a:p>
              <a:pPr>
                <a:defRPr/>
              </a:pPr>
              <a:endParaRPr sz="2400"/>
            </a:p>
          </p:txBody>
        </p:sp>
      </p:grpSp>
      <p:sp>
        <p:nvSpPr>
          <p:cNvPr id="1250594097" name="Shape 322"/>
          <p:cNvSpPr/>
          <p:nvPr/>
        </p:nvSpPr>
        <p:spPr bwMode="auto">
          <a:xfrm>
            <a:off x="9471911" y="2450200"/>
            <a:ext cx="3182400" cy="3182400"/>
          </a:xfrm>
          <a:prstGeom prst="diamond">
            <a:avLst/>
          </a:prstGeom>
          <a:solidFill>
            <a:schemeClr val="accent2"/>
          </a:solidFill>
          <a:ln w="38100" cap="flat" cmpd="sng">
            <a:solidFill>
              <a:srgbClr val="92A8C8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defRPr/>
            </a:pPr>
            <a:r>
              <a:rPr lang="en-GB" sz="145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Companies Shortlist (unless want to meet all candidates) and Shortlisted applicants are called for the process on the Campus Day</a:t>
            </a:r>
            <a:endParaRPr lang="en" sz="1450">
              <a:solidFill>
                <a:schemeClr val="bg1"/>
              </a:solidFill>
              <a:latin typeface="Roboto Condensed"/>
              <a:ea typeface="Roboto Condensed"/>
              <a:cs typeface="Roboto Condensed"/>
            </a:endParaRPr>
          </a:p>
        </p:txBody>
      </p:sp>
      <p:sp>
        <p:nvSpPr>
          <p:cNvPr id="701430606" name="Shape 322"/>
          <p:cNvSpPr/>
          <p:nvPr/>
        </p:nvSpPr>
        <p:spPr bwMode="auto">
          <a:xfrm>
            <a:off x="-786848" y="2561925"/>
            <a:ext cx="3182400" cy="3182400"/>
          </a:xfrm>
          <a:prstGeom prst="diamond">
            <a:avLst/>
          </a:prstGeom>
          <a:solidFill>
            <a:schemeClr val="accent2"/>
          </a:solidFill>
          <a:ln w="38100" cap="flat" cmpd="sng">
            <a:solidFill>
              <a:srgbClr val="92A8C8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1900" tIns="121900" rIns="121900" bIns="121900" anchor="ctr" anchorCtr="0">
            <a:noAutofit/>
          </a:bodyPr>
          <a:lstStyle/>
          <a:p>
            <a:pPr algn="ctr">
              <a:defRPr/>
            </a:pPr>
            <a:r>
              <a:rPr lang="en-GB" sz="145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Give us a Mail Confirmation to Participate by filling a prescribed form</a:t>
            </a:r>
            <a:endParaRPr/>
          </a:p>
          <a:p>
            <a:pPr algn="ctr">
              <a:defRPr/>
            </a:pPr>
            <a:r>
              <a:rPr lang="en-GB" sz="145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&amp;</a:t>
            </a:r>
            <a:endParaRPr/>
          </a:p>
          <a:p>
            <a:pPr algn="ctr">
              <a:defRPr/>
            </a:pPr>
            <a:r>
              <a:rPr lang="en-GB" sz="1450">
                <a:solidFill>
                  <a:schemeClr val="bg1"/>
                </a:solidFill>
                <a:latin typeface="Roboto Condensed"/>
                <a:ea typeface="Roboto Condensed"/>
                <a:cs typeface="Roboto Condensed"/>
              </a:rPr>
              <a:t>Share the Job Description</a:t>
            </a:r>
            <a:endParaRPr lang="en" sz="1450">
              <a:solidFill>
                <a:schemeClr val="bg1"/>
              </a:solidFill>
              <a:latin typeface="Roboto Condensed"/>
              <a:ea typeface="Roboto Condensed"/>
              <a:cs typeface="Roboto Condensed"/>
            </a:endParaRPr>
          </a:p>
        </p:txBody>
      </p:sp>
      <p:sp>
        <p:nvSpPr>
          <p:cNvPr id="638357451" name="TextBox 8"/>
          <p:cNvSpPr txBox="1"/>
          <p:nvPr/>
        </p:nvSpPr>
        <p:spPr bwMode="auto">
          <a:xfrm>
            <a:off x="2066671" y="449537"/>
            <a:ext cx="87723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Poppins"/>
              </a:defRPr>
            </a:lvl1pPr>
          </a:lstStyle>
          <a:p>
            <a:pPr algn="ctr">
              <a:defRPr/>
            </a:pPr>
            <a:r>
              <a:rPr lang="en-US" sz="3200" dirty="0"/>
              <a:t>FAST CA CAMPUS</a:t>
            </a:r>
            <a:endParaRPr dirty="0"/>
          </a:p>
          <a:p>
            <a:pPr algn="ctr">
              <a:defRPr/>
            </a:pPr>
            <a:r>
              <a:rPr lang="en-US" sz="3200" b="1" dirty="0">
                <a:solidFill>
                  <a:schemeClr val="tx2"/>
                </a:solidFill>
              </a:rPr>
              <a:t>How it Works for Recruiting Companies!</a:t>
            </a:r>
            <a:endParaRPr lang="en-ID" sz="3200" b="1" dirty="0">
              <a:solidFill>
                <a:schemeClr val="tx2"/>
              </a:solidFill>
            </a:endParaRPr>
          </a:p>
        </p:txBody>
      </p:sp>
      <p:sp>
        <p:nvSpPr>
          <p:cNvPr id="743475767" name="TextBox 2"/>
          <p:cNvSpPr txBox="1"/>
          <p:nvPr/>
        </p:nvSpPr>
        <p:spPr bwMode="auto">
          <a:xfrm>
            <a:off x="4290431" y="6085297"/>
            <a:ext cx="77110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chemeClr val="tx2"/>
                </a:solidFill>
                <a:latin typeface="Roboto Condensed"/>
                <a:ea typeface="Roboto Condensed"/>
                <a:cs typeface="Roboto Condensed"/>
              </a:rPr>
              <a:t>FAST CA Campus are open for all CAs across India for participation and no fees is charged from candidates for participating or on joining the company</a:t>
            </a:r>
            <a:endParaRPr lang="en-US" dirty="0">
              <a:latin typeface="Roboto Condensed"/>
              <a:ea typeface="Roboto Condensed"/>
              <a:cs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35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38357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38357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3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1430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01430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5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865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04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54045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54045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59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250594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5059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7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434757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43475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43475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6560438" grpId="0" animBg="1"/>
      <p:bldP spid="316827337" grpId="0" animBg="1"/>
      <p:bldP spid="1854045705" grpId="0" animBg="1"/>
      <p:bldP spid="1250594097" grpId="0" animBg="1"/>
      <p:bldP spid="701430606" grpId="0" animBg="1"/>
      <p:bldP spid="638357451" grpId="0"/>
      <p:bldP spid="7434757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818584" name="Content Placeholder 2"/>
          <p:cNvSpPr txBox="1"/>
          <p:nvPr/>
        </p:nvSpPr>
        <p:spPr bwMode="auto">
          <a:xfrm>
            <a:off x="823" y="515052"/>
            <a:ext cx="12190354" cy="1220176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800" b="1" dirty="0">
                <a:solidFill>
                  <a:srgbClr val="10314B"/>
                </a:solidFill>
                <a:ea typeface="Roboto"/>
              </a:rPr>
              <a:t>FAST CAREERS - CA CAMPUS</a:t>
            </a:r>
            <a:endParaRPr dirty="0"/>
          </a:p>
          <a:p>
            <a:pPr algn="ctr">
              <a:defRPr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ea typeface="Roboto"/>
              </a:rPr>
              <a:t>Features &amp; Advantages</a:t>
            </a:r>
            <a:endParaRPr dirty="0"/>
          </a:p>
        </p:txBody>
      </p:sp>
      <p:grpSp>
        <p:nvGrpSpPr>
          <p:cNvPr id="1278212363" name="Group 15"/>
          <p:cNvGrpSpPr>
            <a:grpSpLocks noChangeAspect="1"/>
          </p:cNvGrpSpPr>
          <p:nvPr/>
        </p:nvGrpSpPr>
        <p:grpSpPr bwMode="auto">
          <a:xfrm>
            <a:off x="3547646" y="1867369"/>
            <a:ext cx="5063317" cy="4319417"/>
            <a:chOff x="1192" y="179"/>
            <a:chExt cx="3376" cy="2880"/>
          </a:xfrm>
        </p:grpSpPr>
        <p:sp>
          <p:nvSpPr>
            <p:cNvPr id="7" name="Freeform 16"/>
            <p:cNvSpPr/>
            <p:nvPr/>
          </p:nvSpPr>
          <p:spPr bwMode="auto">
            <a:xfrm>
              <a:off x="2468" y="179"/>
              <a:ext cx="824" cy="1051"/>
            </a:xfrm>
            <a:custGeom>
              <a:avLst/>
              <a:gdLst>
                <a:gd name="T0" fmla="*/ 174 w 348"/>
                <a:gd name="T1" fmla="*/ 0 h 444"/>
                <a:gd name="T2" fmla="*/ 59 w 348"/>
                <a:gd name="T3" fmla="*/ 115 h 444"/>
                <a:gd name="T4" fmla="*/ 59 w 348"/>
                <a:gd name="T5" fmla="*/ 328 h 444"/>
                <a:gd name="T6" fmla="*/ 174 w 348"/>
                <a:gd name="T7" fmla="*/ 444 h 444"/>
                <a:gd name="T8" fmla="*/ 290 w 348"/>
                <a:gd name="T9" fmla="*/ 328 h 444"/>
                <a:gd name="T10" fmla="*/ 290 w 348"/>
                <a:gd name="T11" fmla="*/ 115 h 444"/>
                <a:gd name="T12" fmla="*/ 174 w 348"/>
                <a:gd name="T13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8" h="444" extrusionOk="0">
                  <a:moveTo>
                    <a:pt x="174" y="0"/>
                  </a:moveTo>
                  <a:cubicBezTo>
                    <a:pt x="59" y="115"/>
                    <a:pt x="59" y="115"/>
                    <a:pt x="59" y="115"/>
                  </a:cubicBezTo>
                  <a:cubicBezTo>
                    <a:pt x="0" y="174"/>
                    <a:pt x="0" y="270"/>
                    <a:pt x="59" y="328"/>
                  </a:cubicBezTo>
                  <a:cubicBezTo>
                    <a:pt x="174" y="444"/>
                    <a:pt x="174" y="444"/>
                    <a:pt x="174" y="444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348" y="270"/>
                    <a:pt x="348" y="174"/>
                    <a:pt x="290" y="115"/>
                  </a:cubicBezTo>
                  <a:cubicBezTo>
                    <a:pt x="174" y="0"/>
                    <a:pt x="174" y="0"/>
                    <a:pt x="174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0" name="Freeform 17"/>
            <p:cNvSpPr/>
            <p:nvPr/>
          </p:nvSpPr>
          <p:spPr bwMode="auto">
            <a:xfrm>
              <a:off x="3519" y="1491"/>
              <a:ext cx="1049" cy="753"/>
            </a:xfrm>
            <a:custGeom>
              <a:avLst/>
              <a:gdLst>
                <a:gd name="T0" fmla="*/ 222 w 443"/>
                <a:gd name="T1" fmla="*/ 0 h 318"/>
                <a:gd name="T2" fmla="*/ 115 w 443"/>
                <a:gd name="T3" fmla="*/ 44 h 318"/>
                <a:gd name="T4" fmla="*/ 0 w 443"/>
                <a:gd name="T5" fmla="*/ 159 h 318"/>
                <a:gd name="T6" fmla="*/ 115 w 443"/>
                <a:gd name="T7" fmla="*/ 274 h 318"/>
                <a:gd name="T8" fmla="*/ 222 w 443"/>
                <a:gd name="T9" fmla="*/ 318 h 318"/>
                <a:gd name="T10" fmla="*/ 328 w 443"/>
                <a:gd name="T11" fmla="*/ 274 h 318"/>
                <a:gd name="T12" fmla="*/ 443 w 443"/>
                <a:gd name="T13" fmla="*/ 159 h 318"/>
                <a:gd name="T14" fmla="*/ 328 w 443"/>
                <a:gd name="T15" fmla="*/ 44 h 318"/>
                <a:gd name="T16" fmla="*/ 222 w 443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3" h="318" extrusionOk="0">
                  <a:moveTo>
                    <a:pt x="222" y="0"/>
                  </a:moveTo>
                  <a:cubicBezTo>
                    <a:pt x="183" y="0"/>
                    <a:pt x="144" y="14"/>
                    <a:pt x="115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5" y="274"/>
                    <a:pt x="115" y="274"/>
                    <a:pt x="115" y="274"/>
                  </a:cubicBezTo>
                  <a:cubicBezTo>
                    <a:pt x="144" y="304"/>
                    <a:pt x="183" y="318"/>
                    <a:pt x="222" y="318"/>
                  </a:cubicBezTo>
                  <a:cubicBezTo>
                    <a:pt x="260" y="318"/>
                    <a:pt x="299" y="304"/>
                    <a:pt x="328" y="274"/>
                  </a:cubicBezTo>
                  <a:cubicBezTo>
                    <a:pt x="443" y="159"/>
                    <a:pt x="443" y="159"/>
                    <a:pt x="443" y="159"/>
                  </a:cubicBezTo>
                  <a:cubicBezTo>
                    <a:pt x="328" y="44"/>
                    <a:pt x="328" y="44"/>
                    <a:pt x="328" y="44"/>
                  </a:cubicBezTo>
                  <a:cubicBezTo>
                    <a:pt x="299" y="14"/>
                    <a:pt x="260" y="0"/>
                    <a:pt x="222" y="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1" name="Freeform 18"/>
            <p:cNvSpPr/>
            <p:nvPr/>
          </p:nvSpPr>
          <p:spPr bwMode="auto">
            <a:xfrm>
              <a:off x="1192" y="1491"/>
              <a:ext cx="1051" cy="753"/>
            </a:xfrm>
            <a:custGeom>
              <a:avLst/>
              <a:gdLst>
                <a:gd name="T0" fmla="*/ 222 w 444"/>
                <a:gd name="T1" fmla="*/ 0 h 318"/>
                <a:gd name="T2" fmla="*/ 116 w 444"/>
                <a:gd name="T3" fmla="*/ 44 h 318"/>
                <a:gd name="T4" fmla="*/ 0 w 444"/>
                <a:gd name="T5" fmla="*/ 159 h 318"/>
                <a:gd name="T6" fmla="*/ 116 w 444"/>
                <a:gd name="T7" fmla="*/ 274 h 318"/>
                <a:gd name="T8" fmla="*/ 222 w 444"/>
                <a:gd name="T9" fmla="*/ 318 h 318"/>
                <a:gd name="T10" fmla="*/ 329 w 444"/>
                <a:gd name="T11" fmla="*/ 274 h 318"/>
                <a:gd name="T12" fmla="*/ 444 w 444"/>
                <a:gd name="T13" fmla="*/ 159 h 318"/>
                <a:gd name="T14" fmla="*/ 329 w 444"/>
                <a:gd name="T15" fmla="*/ 44 h 318"/>
                <a:gd name="T16" fmla="*/ 222 w 444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4" h="318" extrusionOk="0">
                  <a:moveTo>
                    <a:pt x="222" y="0"/>
                  </a:moveTo>
                  <a:cubicBezTo>
                    <a:pt x="184" y="0"/>
                    <a:pt x="145" y="14"/>
                    <a:pt x="116" y="44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116" y="274"/>
                    <a:pt x="116" y="274"/>
                    <a:pt x="116" y="274"/>
                  </a:cubicBezTo>
                  <a:cubicBezTo>
                    <a:pt x="145" y="304"/>
                    <a:pt x="184" y="318"/>
                    <a:pt x="222" y="318"/>
                  </a:cubicBezTo>
                  <a:cubicBezTo>
                    <a:pt x="261" y="318"/>
                    <a:pt x="299" y="304"/>
                    <a:pt x="329" y="274"/>
                  </a:cubicBezTo>
                  <a:cubicBezTo>
                    <a:pt x="444" y="159"/>
                    <a:pt x="444" y="159"/>
                    <a:pt x="444" y="159"/>
                  </a:cubicBezTo>
                  <a:cubicBezTo>
                    <a:pt x="329" y="44"/>
                    <a:pt x="329" y="44"/>
                    <a:pt x="329" y="44"/>
                  </a:cubicBezTo>
                  <a:cubicBezTo>
                    <a:pt x="299" y="14"/>
                    <a:pt x="261" y="0"/>
                    <a:pt x="222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2" name="Freeform 19"/>
            <p:cNvSpPr/>
            <p:nvPr/>
          </p:nvSpPr>
          <p:spPr bwMode="auto">
            <a:xfrm>
              <a:off x="1689" y="671"/>
              <a:ext cx="748" cy="739"/>
            </a:xfrm>
            <a:custGeom>
              <a:avLst/>
              <a:gdLst>
                <a:gd name="T0" fmla="*/ 162 w 316"/>
                <a:gd name="T1" fmla="*/ 0 h 312"/>
                <a:gd name="T2" fmla="*/ 0 w 316"/>
                <a:gd name="T3" fmla="*/ 0 h 312"/>
                <a:gd name="T4" fmla="*/ 0 w 316"/>
                <a:gd name="T5" fmla="*/ 164 h 312"/>
                <a:gd name="T6" fmla="*/ 150 w 316"/>
                <a:gd name="T7" fmla="*/ 312 h 312"/>
                <a:gd name="T8" fmla="*/ 316 w 316"/>
                <a:gd name="T9" fmla="*/ 312 h 312"/>
                <a:gd name="T10" fmla="*/ 316 w 316"/>
                <a:gd name="T11" fmla="*/ 152 h 312"/>
                <a:gd name="T12" fmla="*/ 162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 extrusionOk="0">
                  <a:moveTo>
                    <a:pt x="16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247"/>
                    <a:pt x="67" y="312"/>
                    <a:pt x="150" y="312"/>
                  </a:cubicBezTo>
                  <a:cubicBezTo>
                    <a:pt x="316" y="312"/>
                    <a:pt x="316" y="312"/>
                    <a:pt x="316" y="312"/>
                  </a:cubicBezTo>
                  <a:cubicBezTo>
                    <a:pt x="316" y="152"/>
                    <a:pt x="316" y="152"/>
                    <a:pt x="316" y="152"/>
                  </a:cubicBezTo>
                  <a:cubicBezTo>
                    <a:pt x="316" y="68"/>
                    <a:pt x="245" y="0"/>
                    <a:pt x="162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3" name="Freeform 20"/>
            <p:cNvSpPr/>
            <p:nvPr/>
          </p:nvSpPr>
          <p:spPr bwMode="auto">
            <a:xfrm>
              <a:off x="3327" y="2320"/>
              <a:ext cx="739" cy="739"/>
            </a:xfrm>
            <a:custGeom>
              <a:avLst/>
              <a:gdLst>
                <a:gd name="T0" fmla="*/ 165 w 312"/>
                <a:gd name="T1" fmla="*/ 0 h 312"/>
                <a:gd name="T2" fmla="*/ 0 w 312"/>
                <a:gd name="T3" fmla="*/ 0 h 312"/>
                <a:gd name="T4" fmla="*/ 0 w 312"/>
                <a:gd name="T5" fmla="*/ 162 h 312"/>
                <a:gd name="T6" fmla="*/ 153 w 312"/>
                <a:gd name="T7" fmla="*/ 312 h 312"/>
                <a:gd name="T8" fmla="*/ 312 w 312"/>
                <a:gd name="T9" fmla="*/ 312 h 312"/>
                <a:gd name="T10" fmla="*/ 312 w 312"/>
                <a:gd name="T11" fmla="*/ 150 h 312"/>
                <a:gd name="T12" fmla="*/ 165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 extrusionOk="0">
                  <a:moveTo>
                    <a:pt x="1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0" y="246"/>
                    <a:pt x="69" y="312"/>
                    <a:pt x="153" y="312"/>
                  </a:cubicBezTo>
                  <a:cubicBezTo>
                    <a:pt x="312" y="312"/>
                    <a:pt x="312" y="312"/>
                    <a:pt x="312" y="312"/>
                  </a:cubicBezTo>
                  <a:cubicBezTo>
                    <a:pt x="312" y="150"/>
                    <a:pt x="312" y="150"/>
                    <a:pt x="312" y="150"/>
                  </a:cubicBezTo>
                  <a:cubicBezTo>
                    <a:pt x="312" y="67"/>
                    <a:pt x="248" y="0"/>
                    <a:pt x="165" y="0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4" name="Freeform 21"/>
            <p:cNvSpPr/>
            <p:nvPr/>
          </p:nvSpPr>
          <p:spPr bwMode="auto">
            <a:xfrm>
              <a:off x="3327" y="671"/>
              <a:ext cx="739" cy="739"/>
            </a:xfrm>
            <a:custGeom>
              <a:avLst/>
              <a:gdLst>
                <a:gd name="T0" fmla="*/ 312 w 312"/>
                <a:gd name="T1" fmla="*/ 0 h 312"/>
                <a:gd name="T2" fmla="*/ 153 w 312"/>
                <a:gd name="T3" fmla="*/ 0 h 312"/>
                <a:gd name="T4" fmla="*/ 0 w 312"/>
                <a:gd name="T5" fmla="*/ 152 h 312"/>
                <a:gd name="T6" fmla="*/ 0 w 312"/>
                <a:gd name="T7" fmla="*/ 312 h 312"/>
                <a:gd name="T8" fmla="*/ 165 w 312"/>
                <a:gd name="T9" fmla="*/ 312 h 312"/>
                <a:gd name="T10" fmla="*/ 312 w 312"/>
                <a:gd name="T11" fmla="*/ 164 h 312"/>
                <a:gd name="T12" fmla="*/ 312 w 312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2" h="312" extrusionOk="0">
                  <a:moveTo>
                    <a:pt x="312" y="0"/>
                  </a:moveTo>
                  <a:cubicBezTo>
                    <a:pt x="153" y="0"/>
                    <a:pt x="153" y="0"/>
                    <a:pt x="153" y="0"/>
                  </a:cubicBezTo>
                  <a:cubicBezTo>
                    <a:pt x="69" y="0"/>
                    <a:pt x="0" y="68"/>
                    <a:pt x="0" y="152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5" y="312"/>
                    <a:pt x="165" y="312"/>
                    <a:pt x="165" y="312"/>
                  </a:cubicBezTo>
                  <a:cubicBezTo>
                    <a:pt x="248" y="312"/>
                    <a:pt x="312" y="247"/>
                    <a:pt x="312" y="164"/>
                  </a:cubicBezTo>
                  <a:cubicBezTo>
                    <a:pt x="312" y="0"/>
                    <a:pt x="312" y="0"/>
                    <a:pt x="312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5" name="Freeform 22"/>
            <p:cNvSpPr/>
            <p:nvPr/>
          </p:nvSpPr>
          <p:spPr bwMode="auto">
            <a:xfrm>
              <a:off x="1689" y="2320"/>
              <a:ext cx="748" cy="739"/>
            </a:xfrm>
            <a:custGeom>
              <a:avLst/>
              <a:gdLst>
                <a:gd name="T0" fmla="*/ 316 w 316"/>
                <a:gd name="T1" fmla="*/ 0 h 312"/>
                <a:gd name="T2" fmla="*/ 150 w 316"/>
                <a:gd name="T3" fmla="*/ 0 h 312"/>
                <a:gd name="T4" fmla="*/ 0 w 316"/>
                <a:gd name="T5" fmla="*/ 150 h 312"/>
                <a:gd name="T6" fmla="*/ 0 w 316"/>
                <a:gd name="T7" fmla="*/ 312 h 312"/>
                <a:gd name="T8" fmla="*/ 162 w 316"/>
                <a:gd name="T9" fmla="*/ 312 h 312"/>
                <a:gd name="T10" fmla="*/ 316 w 316"/>
                <a:gd name="T11" fmla="*/ 162 h 312"/>
                <a:gd name="T12" fmla="*/ 316 w 316"/>
                <a:gd name="T13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6" h="312" extrusionOk="0">
                  <a:moveTo>
                    <a:pt x="316" y="0"/>
                  </a:moveTo>
                  <a:cubicBezTo>
                    <a:pt x="150" y="0"/>
                    <a:pt x="150" y="0"/>
                    <a:pt x="150" y="0"/>
                  </a:cubicBezTo>
                  <a:cubicBezTo>
                    <a:pt x="67" y="0"/>
                    <a:pt x="0" y="67"/>
                    <a:pt x="0" y="150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162" y="312"/>
                    <a:pt x="162" y="312"/>
                    <a:pt x="162" y="312"/>
                  </a:cubicBezTo>
                  <a:cubicBezTo>
                    <a:pt x="245" y="312"/>
                    <a:pt x="316" y="246"/>
                    <a:pt x="316" y="162"/>
                  </a:cubicBezTo>
                  <a:cubicBezTo>
                    <a:pt x="316" y="0"/>
                    <a:pt x="316" y="0"/>
                    <a:pt x="31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6" name="Freeform 23"/>
            <p:cNvSpPr/>
            <p:nvPr/>
          </p:nvSpPr>
          <p:spPr bwMode="auto">
            <a:xfrm>
              <a:off x="2710" y="2689"/>
              <a:ext cx="343" cy="60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 extrusionOk="0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7" name="Freeform 24"/>
            <p:cNvSpPr/>
            <p:nvPr/>
          </p:nvSpPr>
          <p:spPr bwMode="auto">
            <a:xfrm>
              <a:off x="2710" y="2756"/>
              <a:ext cx="343" cy="59"/>
            </a:xfrm>
            <a:custGeom>
              <a:avLst/>
              <a:gdLst>
                <a:gd name="T0" fmla="*/ 145 w 145"/>
                <a:gd name="T1" fmla="*/ 13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3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 extrusionOk="0">
                  <a:moveTo>
                    <a:pt x="145" y="13"/>
                  </a:moveTo>
                  <a:cubicBezTo>
                    <a:pt x="145" y="20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20"/>
                    <a:pt x="0" y="13"/>
                  </a:cubicBezTo>
                  <a:cubicBezTo>
                    <a:pt x="0" y="6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6"/>
                    <a:pt x="145" y="1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8" name="Freeform 25"/>
            <p:cNvSpPr/>
            <p:nvPr/>
          </p:nvSpPr>
          <p:spPr bwMode="auto">
            <a:xfrm>
              <a:off x="2710" y="2824"/>
              <a:ext cx="343" cy="60"/>
            </a:xfrm>
            <a:custGeom>
              <a:avLst/>
              <a:gdLst>
                <a:gd name="T0" fmla="*/ 145 w 145"/>
                <a:gd name="T1" fmla="*/ 12 h 25"/>
                <a:gd name="T2" fmla="*/ 129 w 145"/>
                <a:gd name="T3" fmla="*/ 25 h 25"/>
                <a:gd name="T4" fmla="*/ 16 w 145"/>
                <a:gd name="T5" fmla="*/ 25 h 25"/>
                <a:gd name="T6" fmla="*/ 0 w 145"/>
                <a:gd name="T7" fmla="*/ 12 h 25"/>
                <a:gd name="T8" fmla="*/ 16 w 145"/>
                <a:gd name="T9" fmla="*/ 0 h 25"/>
                <a:gd name="T10" fmla="*/ 129 w 145"/>
                <a:gd name="T11" fmla="*/ 0 h 25"/>
                <a:gd name="T12" fmla="*/ 145 w 145"/>
                <a:gd name="T13" fmla="*/ 1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5" h="25" extrusionOk="0">
                  <a:moveTo>
                    <a:pt x="145" y="12"/>
                  </a:moveTo>
                  <a:cubicBezTo>
                    <a:pt x="145" y="19"/>
                    <a:pt x="138" y="25"/>
                    <a:pt x="129" y="25"/>
                  </a:cubicBezTo>
                  <a:cubicBezTo>
                    <a:pt x="16" y="25"/>
                    <a:pt x="16" y="25"/>
                    <a:pt x="16" y="25"/>
                  </a:cubicBezTo>
                  <a:cubicBezTo>
                    <a:pt x="7" y="25"/>
                    <a:pt x="0" y="19"/>
                    <a:pt x="0" y="12"/>
                  </a:cubicBezTo>
                  <a:cubicBezTo>
                    <a:pt x="0" y="5"/>
                    <a:pt x="7" y="0"/>
                    <a:pt x="16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8" y="0"/>
                    <a:pt x="145" y="5"/>
                    <a:pt x="145" y="1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19" name="Freeform 26"/>
            <p:cNvSpPr/>
            <p:nvPr/>
          </p:nvSpPr>
          <p:spPr bwMode="auto">
            <a:xfrm>
              <a:off x="2783" y="2891"/>
              <a:ext cx="194" cy="59"/>
            </a:xfrm>
            <a:custGeom>
              <a:avLst/>
              <a:gdLst>
                <a:gd name="T0" fmla="*/ 82 w 82"/>
                <a:gd name="T1" fmla="*/ 0 h 25"/>
                <a:gd name="T2" fmla="*/ 41 w 82"/>
                <a:gd name="T3" fmla="*/ 25 h 25"/>
                <a:gd name="T4" fmla="*/ 0 w 82"/>
                <a:gd name="T5" fmla="*/ 0 h 25"/>
                <a:gd name="T6" fmla="*/ 82 w 82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" h="25" extrusionOk="0">
                  <a:moveTo>
                    <a:pt x="82" y="0"/>
                  </a:moveTo>
                  <a:cubicBezTo>
                    <a:pt x="82" y="14"/>
                    <a:pt x="64" y="25"/>
                    <a:pt x="41" y="25"/>
                  </a:cubicBezTo>
                  <a:cubicBezTo>
                    <a:pt x="18" y="25"/>
                    <a:pt x="0" y="14"/>
                    <a:pt x="0" y="0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20" name="Freeform 27"/>
            <p:cNvSpPr>
              <a:spLocks noEditPoints="1"/>
            </p:cNvSpPr>
            <p:nvPr/>
          </p:nvSpPr>
          <p:spPr bwMode="auto">
            <a:xfrm>
              <a:off x="2310" y="1297"/>
              <a:ext cx="1143" cy="1374"/>
            </a:xfrm>
            <a:custGeom>
              <a:avLst/>
              <a:gdLst>
                <a:gd name="T0" fmla="*/ 241 w 483"/>
                <a:gd name="T1" fmla="*/ 0 h 580"/>
                <a:gd name="T2" fmla="*/ 0 w 483"/>
                <a:gd name="T3" fmla="*/ 241 h 580"/>
                <a:gd name="T4" fmla="*/ 62 w 483"/>
                <a:gd name="T5" fmla="*/ 402 h 580"/>
                <a:gd name="T6" fmla="*/ 62 w 483"/>
                <a:gd name="T7" fmla="*/ 402 h 580"/>
                <a:gd name="T8" fmla="*/ 63 w 483"/>
                <a:gd name="T9" fmla="*/ 403 h 580"/>
                <a:gd name="T10" fmla="*/ 73 w 483"/>
                <a:gd name="T11" fmla="*/ 414 h 580"/>
                <a:gd name="T12" fmla="*/ 129 w 483"/>
                <a:gd name="T13" fmla="*/ 483 h 580"/>
                <a:gd name="T14" fmla="*/ 199 w 483"/>
                <a:gd name="T15" fmla="*/ 580 h 580"/>
                <a:gd name="T16" fmla="*/ 235 w 483"/>
                <a:gd name="T17" fmla="*/ 580 h 580"/>
                <a:gd name="T18" fmla="*/ 247 w 483"/>
                <a:gd name="T19" fmla="*/ 580 h 580"/>
                <a:gd name="T20" fmla="*/ 284 w 483"/>
                <a:gd name="T21" fmla="*/ 580 h 580"/>
                <a:gd name="T22" fmla="*/ 353 w 483"/>
                <a:gd name="T23" fmla="*/ 483 h 580"/>
                <a:gd name="T24" fmla="*/ 407 w 483"/>
                <a:gd name="T25" fmla="*/ 416 h 580"/>
                <a:gd name="T26" fmla="*/ 483 w 483"/>
                <a:gd name="T27" fmla="*/ 241 h 580"/>
                <a:gd name="T28" fmla="*/ 241 w 483"/>
                <a:gd name="T29" fmla="*/ 0 h 580"/>
                <a:gd name="T30" fmla="*/ 331 w 483"/>
                <a:gd name="T31" fmla="*/ 349 h 580"/>
                <a:gd name="T32" fmla="*/ 302 w 483"/>
                <a:gd name="T33" fmla="*/ 388 h 580"/>
                <a:gd name="T34" fmla="*/ 264 w 483"/>
                <a:gd name="T35" fmla="*/ 443 h 580"/>
                <a:gd name="T36" fmla="*/ 245 w 483"/>
                <a:gd name="T37" fmla="*/ 443 h 580"/>
                <a:gd name="T38" fmla="*/ 238 w 483"/>
                <a:gd name="T39" fmla="*/ 443 h 580"/>
                <a:gd name="T40" fmla="*/ 218 w 483"/>
                <a:gd name="T41" fmla="*/ 443 h 580"/>
                <a:gd name="T42" fmla="*/ 181 w 483"/>
                <a:gd name="T43" fmla="*/ 388 h 580"/>
                <a:gd name="T44" fmla="*/ 150 w 483"/>
                <a:gd name="T45" fmla="*/ 348 h 580"/>
                <a:gd name="T46" fmla="*/ 145 w 483"/>
                <a:gd name="T47" fmla="*/ 341 h 580"/>
                <a:gd name="T48" fmla="*/ 144 w 483"/>
                <a:gd name="T49" fmla="*/ 341 h 580"/>
                <a:gd name="T50" fmla="*/ 144 w 483"/>
                <a:gd name="T51" fmla="*/ 341 h 580"/>
                <a:gd name="T52" fmla="*/ 111 w 483"/>
                <a:gd name="T53" fmla="*/ 248 h 580"/>
                <a:gd name="T54" fmla="*/ 241 w 483"/>
                <a:gd name="T55" fmla="*/ 109 h 580"/>
                <a:gd name="T56" fmla="*/ 372 w 483"/>
                <a:gd name="T57" fmla="*/ 248 h 580"/>
                <a:gd name="T58" fmla="*/ 331 w 483"/>
                <a:gd name="T59" fmla="*/ 349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83" h="580" extrusionOk="0">
                  <a:moveTo>
                    <a:pt x="241" y="0"/>
                  </a:moveTo>
                  <a:cubicBezTo>
                    <a:pt x="108" y="0"/>
                    <a:pt x="0" y="108"/>
                    <a:pt x="0" y="241"/>
                  </a:cubicBezTo>
                  <a:cubicBezTo>
                    <a:pt x="0" y="303"/>
                    <a:pt x="23" y="359"/>
                    <a:pt x="62" y="402"/>
                  </a:cubicBezTo>
                  <a:cubicBezTo>
                    <a:pt x="62" y="402"/>
                    <a:pt x="62" y="402"/>
                    <a:pt x="62" y="402"/>
                  </a:cubicBezTo>
                  <a:cubicBezTo>
                    <a:pt x="62" y="402"/>
                    <a:pt x="62" y="402"/>
                    <a:pt x="63" y="403"/>
                  </a:cubicBezTo>
                  <a:cubicBezTo>
                    <a:pt x="66" y="407"/>
                    <a:pt x="70" y="410"/>
                    <a:pt x="73" y="414"/>
                  </a:cubicBezTo>
                  <a:cubicBezTo>
                    <a:pt x="88" y="429"/>
                    <a:pt x="112" y="457"/>
                    <a:pt x="129" y="483"/>
                  </a:cubicBezTo>
                  <a:cubicBezTo>
                    <a:pt x="154" y="523"/>
                    <a:pt x="141" y="580"/>
                    <a:pt x="199" y="580"/>
                  </a:cubicBezTo>
                  <a:cubicBezTo>
                    <a:pt x="235" y="580"/>
                    <a:pt x="235" y="580"/>
                    <a:pt x="235" y="580"/>
                  </a:cubicBezTo>
                  <a:cubicBezTo>
                    <a:pt x="247" y="580"/>
                    <a:pt x="247" y="580"/>
                    <a:pt x="247" y="580"/>
                  </a:cubicBezTo>
                  <a:cubicBezTo>
                    <a:pt x="284" y="580"/>
                    <a:pt x="284" y="580"/>
                    <a:pt x="284" y="580"/>
                  </a:cubicBezTo>
                  <a:cubicBezTo>
                    <a:pt x="341" y="580"/>
                    <a:pt x="329" y="523"/>
                    <a:pt x="353" y="483"/>
                  </a:cubicBezTo>
                  <a:cubicBezTo>
                    <a:pt x="369" y="458"/>
                    <a:pt x="393" y="431"/>
                    <a:pt x="407" y="416"/>
                  </a:cubicBezTo>
                  <a:cubicBezTo>
                    <a:pt x="454" y="372"/>
                    <a:pt x="483" y="310"/>
                    <a:pt x="483" y="241"/>
                  </a:cubicBezTo>
                  <a:cubicBezTo>
                    <a:pt x="483" y="108"/>
                    <a:pt x="375" y="0"/>
                    <a:pt x="241" y="0"/>
                  </a:cubicBezTo>
                  <a:close/>
                  <a:moveTo>
                    <a:pt x="331" y="349"/>
                  </a:moveTo>
                  <a:cubicBezTo>
                    <a:pt x="323" y="358"/>
                    <a:pt x="311" y="373"/>
                    <a:pt x="302" y="388"/>
                  </a:cubicBezTo>
                  <a:cubicBezTo>
                    <a:pt x="289" y="411"/>
                    <a:pt x="295" y="443"/>
                    <a:pt x="264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38" y="443"/>
                    <a:pt x="238" y="443"/>
                    <a:pt x="238" y="443"/>
                  </a:cubicBezTo>
                  <a:cubicBezTo>
                    <a:pt x="218" y="443"/>
                    <a:pt x="218" y="443"/>
                    <a:pt x="218" y="443"/>
                  </a:cubicBezTo>
                  <a:cubicBezTo>
                    <a:pt x="187" y="443"/>
                    <a:pt x="194" y="411"/>
                    <a:pt x="181" y="388"/>
                  </a:cubicBezTo>
                  <a:cubicBezTo>
                    <a:pt x="172" y="372"/>
                    <a:pt x="158" y="356"/>
                    <a:pt x="150" y="348"/>
                  </a:cubicBezTo>
                  <a:cubicBezTo>
                    <a:pt x="148" y="345"/>
                    <a:pt x="146" y="343"/>
                    <a:pt x="145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44" y="341"/>
                    <a:pt x="144" y="341"/>
                    <a:pt x="144" y="341"/>
                  </a:cubicBezTo>
                  <a:cubicBezTo>
                    <a:pt x="123" y="316"/>
                    <a:pt x="111" y="284"/>
                    <a:pt x="111" y="248"/>
                  </a:cubicBezTo>
                  <a:cubicBezTo>
                    <a:pt x="111" y="171"/>
                    <a:pt x="169" y="109"/>
                    <a:pt x="241" y="109"/>
                  </a:cubicBezTo>
                  <a:cubicBezTo>
                    <a:pt x="314" y="109"/>
                    <a:pt x="372" y="171"/>
                    <a:pt x="372" y="248"/>
                  </a:cubicBezTo>
                  <a:cubicBezTo>
                    <a:pt x="372" y="288"/>
                    <a:pt x="356" y="323"/>
                    <a:pt x="331" y="34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sz="3200"/>
            </a:p>
          </p:txBody>
        </p:sp>
      </p:grpSp>
      <p:grpSp>
        <p:nvGrpSpPr>
          <p:cNvPr id="676090793" name="Group 20"/>
          <p:cNvGrpSpPr/>
          <p:nvPr/>
        </p:nvGrpSpPr>
        <p:grpSpPr bwMode="auto">
          <a:xfrm>
            <a:off x="4705150" y="5440790"/>
            <a:ext cx="358727" cy="358727"/>
            <a:chOff x="1839913" y="1474788"/>
            <a:chExt cx="358775" cy="358775"/>
          </a:xfrm>
          <a:solidFill>
            <a:schemeClr val="bg1"/>
          </a:solidFill>
        </p:grpSpPr>
        <p:sp>
          <p:nvSpPr>
            <p:cNvPr id="22" name="Freeform 12"/>
            <p:cNvSpPr/>
            <p:nvPr/>
          </p:nvSpPr>
          <p:spPr bwMode="auto">
            <a:xfrm>
              <a:off x="1930400" y="1565276"/>
              <a:ext cx="138112" cy="136525"/>
            </a:xfrm>
            <a:custGeom>
              <a:avLst/>
              <a:gdLst>
                <a:gd name="T0" fmla="*/ 58 w 87"/>
                <a:gd name="T1" fmla="*/ 0 h 86"/>
                <a:gd name="T2" fmla="*/ 29 w 87"/>
                <a:gd name="T3" fmla="*/ 0 h 86"/>
                <a:gd name="T4" fmla="*/ 29 w 87"/>
                <a:gd name="T5" fmla="*/ 29 h 86"/>
                <a:gd name="T6" fmla="*/ 0 w 87"/>
                <a:gd name="T7" fmla="*/ 29 h 86"/>
                <a:gd name="T8" fmla="*/ 0 w 87"/>
                <a:gd name="T9" fmla="*/ 58 h 86"/>
                <a:gd name="T10" fmla="*/ 29 w 87"/>
                <a:gd name="T11" fmla="*/ 58 h 86"/>
                <a:gd name="T12" fmla="*/ 29 w 87"/>
                <a:gd name="T13" fmla="*/ 86 h 86"/>
                <a:gd name="T14" fmla="*/ 58 w 87"/>
                <a:gd name="T15" fmla="*/ 86 h 86"/>
                <a:gd name="T16" fmla="*/ 58 w 87"/>
                <a:gd name="T17" fmla="*/ 58 h 86"/>
                <a:gd name="T18" fmla="*/ 87 w 87"/>
                <a:gd name="T19" fmla="*/ 58 h 86"/>
                <a:gd name="T20" fmla="*/ 87 w 87"/>
                <a:gd name="T21" fmla="*/ 29 h 86"/>
                <a:gd name="T22" fmla="*/ 58 w 87"/>
                <a:gd name="T23" fmla="*/ 29 h 86"/>
                <a:gd name="T24" fmla="*/ 58 w 87"/>
                <a:gd name="T25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7" h="86" extrusionOk="0">
                  <a:moveTo>
                    <a:pt x="58" y="0"/>
                  </a:moveTo>
                  <a:lnTo>
                    <a:pt x="29" y="0"/>
                  </a:lnTo>
                  <a:lnTo>
                    <a:pt x="29" y="29"/>
                  </a:lnTo>
                  <a:lnTo>
                    <a:pt x="0" y="29"/>
                  </a:lnTo>
                  <a:lnTo>
                    <a:pt x="0" y="58"/>
                  </a:lnTo>
                  <a:lnTo>
                    <a:pt x="29" y="58"/>
                  </a:lnTo>
                  <a:lnTo>
                    <a:pt x="29" y="86"/>
                  </a:lnTo>
                  <a:lnTo>
                    <a:pt x="58" y="86"/>
                  </a:lnTo>
                  <a:lnTo>
                    <a:pt x="58" y="58"/>
                  </a:lnTo>
                  <a:lnTo>
                    <a:pt x="87" y="58"/>
                  </a:lnTo>
                  <a:lnTo>
                    <a:pt x="87" y="29"/>
                  </a:lnTo>
                  <a:lnTo>
                    <a:pt x="58" y="29"/>
                  </a:lnTo>
                  <a:lnTo>
                    <a:pt x="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auto">
            <a:xfrm>
              <a:off x="1839913" y="1474788"/>
              <a:ext cx="358775" cy="358775"/>
            </a:xfrm>
            <a:custGeom>
              <a:avLst/>
              <a:gdLst>
                <a:gd name="T0" fmla="*/ 62 w 63"/>
                <a:gd name="T1" fmla="*/ 54 h 63"/>
                <a:gd name="T2" fmla="*/ 51 w 63"/>
                <a:gd name="T3" fmla="*/ 43 h 63"/>
                <a:gd name="T4" fmla="*/ 56 w 63"/>
                <a:gd name="T5" fmla="*/ 28 h 63"/>
                <a:gd name="T6" fmla="*/ 28 w 63"/>
                <a:gd name="T7" fmla="*/ 0 h 63"/>
                <a:gd name="T8" fmla="*/ 0 w 63"/>
                <a:gd name="T9" fmla="*/ 28 h 63"/>
                <a:gd name="T10" fmla="*/ 28 w 63"/>
                <a:gd name="T11" fmla="*/ 56 h 63"/>
                <a:gd name="T12" fmla="*/ 43 w 63"/>
                <a:gd name="T13" fmla="*/ 52 h 63"/>
                <a:gd name="T14" fmla="*/ 54 w 63"/>
                <a:gd name="T15" fmla="*/ 63 h 63"/>
                <a:gd name="T16" fmla="*/ 57 w 63"/>
                <a:gd name="T17" fmla="*/ 63 h 63"/>
                <a:gd name="T18" fmla="*/ 62 w 63"/>
                <a:gd name="T19" fmla="*/ 57 h 63"/>
                <a:gd name="T20" fmla="*/ 62 w 63"/>
                <a:gd name="T21" fmla="*/ 54 h 63"/>
                <a:gd name="T22" fmla="*/ 28 w 63"/>
                <a:gd name="T23" fmla="*/ 48 h 63"/>
                <a:gd name="T24" fmla="*/ 8 w 63"/>
                <a:gd name="T25" fmla="*/ 28 h 63"/>
                <a:gd name="T26" fmla="*/ 28 w 63"/>
                <a:gd name="T27" fmla="*/ 8 h 63"/>
                <a:gd name="T28" fmla="*/ 48 w 63"/>
                <a:gd name="T29" fmla="*/ 28 h 63"/>
                <a:gd name="T30" fmla="*/ 28 w 63"/>
                <a:gd name="T31" fmla="*/ 48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63" extrusionOk="0">
                  <a:moveTo>
                    <a:pt x="62" y="54"/>
                  </a:moveTo>
                  <a:cubicBezTo>
                    <a:pt x="51" y="43"/>
                    <a:pt x="51" y="43"/>
                    <a:pt x="51" y="43"/>
                  </a:cubicBezTo>
                  <a:cubicBezTo>
                    <a:pt x="54" y="39"/>
                    <a:pt x="56" y="34"/>
                    <a:pt x="56" y="28"/>
                  </a:cubicBezTo>
                  <a:cubicBezTo>
                    <a:pt x="56" y="13"/>
                    <a:pt x="43" y="0"/>
                    <a:pt x="28" y="0"/>
                  </a:cubicBezTo>
                  <a:cubicBezTo>
                    <a:pt x="12" y="0"/>
                    <a:pt x="0" y="13"/>
                    <a:pt x="0" y="28"/>
                  </a:cubicBezTo>
                  <a:cubicBezTo>
                    <a:pt x="0" y="43"/>
                    <a:pt x="12" y="56"/>
                    <a:pt x="28" y="56"/>
                  </a:cubicBezTo>
                  <a:cubicBezTo>
                    <a:pt x="33" y="56"/>
                    <a:pt x="39" y="54"/>
                    <a:pt x="43" y="52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3"/>
                    <a:pt x="56" y="63"/>
                    <a:pt x="57" y="63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3" y="56"/>
                    <a:pt x="63" y="55"/>
                    <a:pt x="62" y="54"/>
                  </a:cubicBezTo>
                  <a:close/>
                  <a:moveTo>
                    <a:pt x="28" y="48"/>
                  </a:moveTo>
                  <a:cubicBezTo>
                    <a:pt x="17" y="48"/>
                    <a:pt x="8" y="39"/>
                    <a:pt x="8" y="28"/>
                  </a:cubicBezTo>
                  <a:cubicBezTo>
                    <a:pt x="8" y="17"/>
                    <a:pt x="17" y="8"/>
                    <a:pt x="28" y="8"/>
                  </a:cubicBezTo>
                  <a:cubicBezTo>
                    <a:pt x="39" y="8"/>
                    <a:pt x="48" y="17"/>
                    <a:pt x="48" y="28"/>
                  </a:cubicBezTo>
                  <a:cubicBezTo>
                    <a:pt x="48" y="39"/>
                    <a:pt x="39" y="48"/>
                    <a:pt x="28" y="4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</p:grpSp>
      <p:grpSp>
        <p:nvGrpSpPr>
          <p:cNvPr id="79538712" name="Group 23"/>
          <p:cNvGrpSpPr/>
          <p:nvPr/>
        </p:nvGrpSpPr>
        <p:grpSpPr bwMode="auto">
          <a:xfrm>
            <a:off x="4094640" y="4144933"/>
            <a:ext cx="496864" cy="496864"/>
            <a:chOff x="3275013" y="2108200"/>
            <a:chExt cx="376238" cy="376238"/>
          </a:xfrm>
          <a:solidFill>
            <a:schemeClr val="bg1"/>
          </a:solidFill>
        </p:grpSpPr>
        <p:sp>
          <p:nvSpPr>
            <p:cNvPr id="25" name="Freeform 58"/>
            <p:cNvSpPr/>
            <p:nvPr/>
          </p:nvSpPr>
          <p:spPr bwMode="auto">
            <a:xfrm>
              <a:off x="3333750" y="2149475"/>
              <a:ext cx="41275" cy="41275"/>
            </a:xfrm>
            <a:custGeom>
              <a:avLst/>
              <a:gdLst>
                <a:gd name="T0" fmla="*/ 6 w 7"/>
                <a:gd name="T1" fmla="*/ 4 h 7"/>
                <a:gd name="T2" fmla="*/ 4 w 7"/>
                <a:gd name="T3" fmla="*/ 1 h 7"/>
                <a:gd name="T4" fmla="*/ 1 w 7"/>
                <a:gd name="T5" fmla="*/ 1 h 7"/>
                <a:gd name="T6" fmla="*/ 1 w 7"/>
                <a:gd name="T7" fmla="*/ 4 h 7"/>
                <a:gd name="T8" fmla="*/ 4 w 7"/>
                <a:gd name="T9" fmla="*/ 7 h 7"/>
                <a:gd name="T10" fmla="*/ 6 w 7"/>
                <a:gd name="T11" fmla="*/ 7 h 7"/>
                <a:gd name="T12" fmla="*/ 6 w 7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 extrusionOk="0">
                  <a:moveTo>
                    <a:pt x="6" y="4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6" y="7"/>
                    <a:pt x="6" y="7"/>
                  </a:cubicBezTo>
                  <a:cubicBezTo>
                    <a:pt x="7" y="6"/>
                    <a:pt x="7" y="5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26" name="Freeform 59"/>
            <p:cNvSpPr/>
            <p:nvPr/>
          </p:nvSpPr>
          <p:spPr bwMode="auto">
            <a:xfrm>
              <a:off x="3275013" y="2273300"/>
              <a:ext cx="47625" cy="22225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 extrusionOk="0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27" name="Freeform 60"/>
            <p:cNvSpPr/>
            <p:nvPr/>
          </p:nvSpPr>
          <p:spPr bwMode="auto">
            <a:xfrm>
              <a:off x="3605213" y="2295525"/>
              <a:ext cx="46038" cy="23813"/>
            </a:xfrm>
            <a:custGeom>
              <a:avLst/>
              <a:gdLst>
                <a:gd name="T0" fmla="*/ 6 w 8"/>
                <a:gd name="T1" fmla="*/ 0 h 4"/>
                <a:gd name="T2" fmla="*/ 2 w 8"/>
                <a:gd name="T3" fmla="*/ 0 h 4"/>
                <a:gd name="T4" fmla="*/ 0 w 8"/>
                <a:gd name="T5" fmla="*/ 2 h 4"/>
                <a:gd name="T6" fmla="*/ 2 w 8"/>
                <a:gd name="T7" fmla="*/ 4 h 4"/>
                <a:gd name="T8" fmla="*/ 6 w 8"/>
                <a:gd name="T9" fmla="*/ 4 h 4"/>
                <a:gd name="T10" fmla="*/ 8 w 8"/>
                <a:gd name="T11" fmla="*/ 2 h 4"/>
                <a:gd name="T12" fmla="*/ 6 w 8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 extrusionOk="0">
                  <a:moveTo>
                    <a:pt x="6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8" y="3"/>
                    <a:pt x="8" y="2"/>
                  </a:cubicBezTo>
                  <a:cubicBezTo>
                    <a:pt x="8" y="1"/>
                    <a:pt x="7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28" name="Freeform 61"/>
            <p:cNvSpPr/>
            <p:nvPr/>
          </p:nvSpPr>
          <p:spPr bwMode="auto">
            <a:xfrm>
              <a:off x="3568700" y="2166938"/>
              <a:ext cx="41275" cy="41275"/>
            </a:xfrm>
            <a:custGeom>
              <a:avLst/>
              <a:gdLst>
                <a:gd name="T0" fmla="*/ 6 w 7"/>
                <a:gd name="T1" fmla="*/ 1 h 7"/>
                <a:gd name="T2" fmla="*/ 3 w 7"/>
                <a:gd name="T3" fmla="*/ 1 h 7"/>
                <a:gd name="T4" fmla="*/ 0 w 7"/>
                <a:gd name="T5" fmla="*/ 4 h 7"/>
                <a:gd name="T6" fmla="*/ 0 w 7"/>
                <a:gd name="T7" fmla="*/ 6 h 7"/>
                <a:gd name="T8" fmla="*/ 3 w 7"/>
                <a:gd name="T9" fmla="*/ 6 h 7"/>
                <a:gd name="T10" fmla="*/ 6 w 7"/>
                <a:gd name="T11" fmla="*/ 4 h 7"/>
                <a:gd name="T12" fmla="*/ 6 w 7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 extrusionOk="0">
                  <a:moveTo>
                    <a:pt x="6" y="1"/>
                  </a:moveTo>
                  <a:cubicBezTo>
                    <a:pt x="5" y="0"/>
                    <a:pt x="4" y="0"/>
                    <a:pt x="3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6"/>
                    <a:pt x="0" y="6"/>
                  </a:cubicBezTo>
                  <a:cubicBezTo>
                    <a:pt x="1" y="7"/>
                    <a:pt x="2" y="7"/>
                    <a:pt x="3" y="6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3"/>
                    <a:pt x="7" y="2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29" name="Freeform 62"/>
            <p:cNvSpPr/>
            <p:nvPr/>
          </p:nvSpPr>
          <p:spPr bwMode="auto">
            <a:xfrm>
              <a:off x="3463925" y="2108200"/>
              <a:ext cx="23813" cy="47625"/>
            </a:xfrm>
            <a:custGeom>
              <a:avLst/>
              <a:gdLst>
                <a:gd name="T0" fmla="*/ 2 w 4"/>
                <a:gd name="T1" fmla="*/ 8 h 8"/>
                <a:gd name="T2" fmla="*/ 3 w 4"/>
                <a:gd name="T3" fmla="*/ 7 h 8"/>
                <a:gd name="T4" fmla="*/ 4 w 4"/>
                <a:gd name="T5" fmla="*/ 6 h 8"/>
                <a:gd name="T6" fmla="*/ 4 w 4"/>
                <a:gd name="T7" fmla="*/ 2 h 8"/>
                <a:gd name="T8" fmla="*/ 2 w 4"/>
                <a:gd name="T9" fmla="*/ 0 h 8"/>
                <a:gd name="T10" fmla="*/ 0 w 4"/>
                <a:gd name="T11" fmla="*/ 1 h 8"/>
                <a:gd name="T12" fmla="*/ 0 w 4"/>
                <a:gd name="T13" fmla="*/ 2 h 8"/>
                <a:gd name="T14" fmla="*/ 0 w 4"/>
                <a:gd name="T15" fmla="*/ 6 h 8"/>
                <a:gd name="T16" fmla="*/ 2 w 4"/>
                <a:gd name="T1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 extrusionOk="0">
                  <a:moveTo>
                    <a:pt x="2" y="8"/>
                  </a:moveTo>
                  <a:cubicBezTo>
                    <a:pt x="3" y="8"/>
                    <a:pt x="3" y="8"/>
                    <a:pt x="3" y="7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30" name="Freeform 63"/>
            <p:cNvSpPr>
              <a:spLocks noEditPoints="1"/>
            </p:cNvSpPr>
            <p:nvPr/>
          </p:nvSpPr>
          <p:spPr bwMode="auto">
            <a:xfrm>
              <a:off x="3368675" y="2201863"/>
              <a:ext cx="188913" cy="211138"/>
            </a:xfrm>
            <a:custGeom>
              <a:avLst/>
              <a:gdLst>
                <a:gd name="T0" fmla="*/ 16 w 32"/>
                <a:gd name="T1" fmla="*/ 0 h 36"/>
                <a:gd name="T2" fmla="*/ 0 w 32"/>
                <a:gd name="T3" fmla="*/ 16 h 36"/>
                <a:gd name="T4" fmla="*/ 8 w 32"/>
                <a:gd name="T5" fmla="*/ 30 h 36"/>
                <a:gd name="T6" fmla="*/ 8 w 32"/>
                <a:gd name="T7" fmla="*/ 36 h 36"/>
                <a:gd name="T8" fmla="*/ 24 w 32"/>
                <a:gd name="T9" fmla="*/ 36 h 36"/>
                <a:gd name="T10" fmla="*/ 24 w 32"/>
                <a:gd name="T11" fmla="*/ 30 h 36"/>
                <a:gd name="T12" fmla="*/ 32 w 32"/>
                <a:gd name="T13" fmla="*/ 16 h 36"/>
                <a:gd name="T14" fmla="*/ 16 w 32"/>
                <a:gd name="T15" fmla="*/ 0 h 36"/>
                <a:gd name="T16" fmla="*/ 22 w 32"/>
                <a:gd name="T17" fmla="*/ 26 h 36"/>
                <a:gd name="T18" fmla="*/ 20 w 32"/>
                <a:gd name="T19" fmla="*/ 27 h 36"/>
                <a:gd name="T20" fmla="*/ 20 w 32"/>
                <a:gd name="T21" fmla="*/ 30 h 36"/>
                <a:gd name="T22" fmla="*/ 20 w 32"/>
                <a:gd name="T23" fmla="*/ 32 h 36"/>
                <a:gd name="T24" fmla="*/ 12 w 32"/>
                <a:gd name="T25" fmla="*/ 32 h 36"/>
                <a:gd name="T26" fmla="*/ 12 w 32"/>
                <a:gd name="T27" fmla="*/ 30 h 36"/>
                <a:gd name="T28" fmla="*/ 12 w 32"/>
                <a:gd name="T29" fmla="*/ 27 h 36"/>
                <a:gd name="T30" fmla="*/ 10 w 32"/>
                <a:gd name="T31" fmla="*/ 26 h 36"/>
                <a:gd name="T32" fmla="*/ 4 w 32"/>
                <a:gd name="T33" fmla="*/ 16 h 36"/>
                <a:gd name="T34" fmla="*/ 16 w 32"/>
                <a:gd name="T35" fmla="*/ 4 h 36"/>
                <a:gd name="T36" fmla="*/ 28 w 32"/>
                <a:gd name="T37" fmla="*/ 16 h 36"/>
                <a:gd name="T38" fmla="*/ 22 w 32"/>
                <a:gd name="T39" fmla="*/ 2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 extrusionOk="0">
                  <a:moveTo>
                    <a:pt x="16" y="0"/>
                  </a:moveTo>
                  <a:cubicBezTo>
                    <a:pt x="7" y="0"/>
                    <a:pt x="0" y="7"/>
                    <a:pt x="0" y="16"/>
                  </a:cubicBezTo>
                  <a:cubicBezTo>
                    <a:pt x="0" y="22"/>
                    <a:pt x="3" y="27"/>
                    <a:pt x="8" y="30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29" y="27"/>
                    <a:pt x="32" y="22"/>
                    <a:pt x="32" y="16"/>
                  </a:cubicBezTo>
                  <a:cubicBezTo>
                    <a:pt x="32" y="7"/>
                    <a:pt x="25" y="0"/>
                    <a:pt x="16" y="0"/>
                  </a:cubicBezTo>
                  <a:close/>
                  <a:moveTo>
                    <a:pt x="22" y="26"/>
                  </a:moveTo>
                  <a:cubicBezTo>
                    <a:pt x="20" y="27"/>
                    <a:pt x="20" y="27"/>
                    <a:pt x="20" y="27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6" y="24"/>
                    <a:pt x="4" y="20"/>
                    <a:pt x="4" y="16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23" y="4"/>
                    <a:pt x="28" y="9"/>
                    <a:pt x="28" y="16"/>
                  </a:cubicBezTo>
                  <a:cubicBezTo>
                    <a:pt x="28" y="20"/>
                    <a:pt x="26" y="24"/>
                    <a:pt x="22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31" name="Freeform 64"/>
            <p:cNvSpPr/>
            <p:nvPr/>
          </p:nvSpPr>
          <p:spPr bwMode="auto">
            <a:xfrm>
              <a:off x="3416300" y="2436813"/>
              <a:ext cx="93663" cy="47625"/>
            </a:xfrm>
            <a:custGeom>
              <a:avLst/>
              <a:gdLst>
                <a:gd name="T0" fmla="*/ 0 w 16"/>
                <a:gd name="T1" fmla="*/ 4 h 8"/>
                <a:gd name="T2" fmla="*/ 4 w 16"/>
                <a:gd name="T3" fmla="*/ 4 h 8"/>
                <a:gd name="T4" fmla="*/ 4 w 16"/>
                <a:gd name="T5" fmla="*/ 4 h 8"/>
                <a:gd name="T6" fmla="*/ 8 w 16"/>
                <a:gd name="T7" fmla="*/ 8 h 8"/>
                <a:gd name="T8" fmla="*/ 12 w 16"/>
                <a:gd name="T9" fmla="*/ 4 h 8"/>
                <a:gd name="T10" fmla="*/ 12 w 16"/>
                <a:gd name="T11" fmla="*/ 4 h 8"/>
                <a:gd name="T12" fmla="*/ 16 w 16"/>
                <a:gd name="T13" fmla="*/ 4 h 8"/>
                <a:gd name="T14" fmla="*/ 16 w 16"/>
                <a:gd name="T15" fmla="*/ 0 h 8"/>
                <a:gd name="T16" fmla="*/ 0 w 16"/>
                <a:gd name="T17" fmla="*/ 0 h 8"/>
                <a:gd name="T18" fmla="*/ 0 w 16"/>
                <a:gd name="T19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8" extrusionOk="0">
                  <a:moveTo>
                    <a:pt x="0" y="4"/>
                  </a:move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6" y="8"/>
                    <a:pt x="8" y="8"/>
                  </a:cubicBezTo>
                  <a:cubicBezTo>
                    <a:pt x="10" y="8"/>
                    <a:pt x="12" y="6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</p:grpSp>
      <p:grpSp>
        <p:nvGrpSpPr>
          <p:cNvPr id="1030173878" name="Group 31"/>
          <p:cNvGrpSpPr/>
          <p:nvPr/>
        </p:nvGrpSpPr>
        <p:grpSpPr bwMode="auto">
          <a:xfrm>
            <a:off x="4672918" y="2924343"/>
            <a:ext cx="376186" cy="376186"/>
            <a:chOff x="2522538" y="2108200"/>
            <a:chExt cx="376238" cy="376238"/>
          </a:xfrm>
          <a:solidFill>
            <a:schemeClr val="bg1"/>
          </a:solidFill>
        </p:grpSpPr>
        <p:sp>
          <p:nvSpPr>
            <p:cNvPr id="33" name="Freeform 54"/>
            <p:cNvSpPr/>
            <p:nvPr/>
          </p:nvSpPr>
          <p:spPr bwMode="auto">
            <a:xfrm>
              <a:off x="2522538" y="2319338"/>
              <a:ext cx="163513" cy="71438"/>
            </a:xfrm>
            <a:custGeom>
              <a:avLst/>
              <a:gdLst>
                <a:gd name="T0" fmla="*/ 3 w 28"/>
                <a:gd name="T1" fmla="*/ 10 h 12"/>
                <a:gd name="T2" fmla="*/ 10 w 28"/>
                <a:gd name="T3" fmla="*/ 12 h 12"/>
                <a:gd name="T4" fmla="*/ 28 w 28"/>
                <a:gd name="T5" fmla="*/ 8 h 12"/>
                <a:gd name="T6" fmla="*/ 5 w 28"/>
                <a:gd name="T7" fmla="*/ 1 h 12"/>
                <a:gd name="T8" fmla="*/ 2 w 28"/>
                <a:gd name="T9" fmla="*/ 1 h 12"/>
                <a:gd name="T10" fmla="*/ 0 w 28"/>
                <a:gd name="T11" fmla="*/ 5 h 12"/>
                <a:gd name="T12" fmla="*/ 0 w 28"/>
                <a:gd name="T13" fmla="*/ 6 h 12"/>
                <a:gd name="T14" fmla="*/ 3 w 28"/>
                <a:gd name="T15" fmla="*/ 1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12" extrusionOk="0">
                  <a:moveTo>
                    <a:pt x="3" y="10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8"/>
                    <a:pt x="1" y="9"/>
                    <a:pt x="3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34" name="Freeform 55"/>
            <p:cNvSpPr/>
            <p:nvPr/>
          </p:nvSpPr>
          <p:spPr bwMode="auto">
            <a:xfrm>
              <a:off x="2774950" y="2425700"/>
              <a:ext cx="123825" cy="58738"/>
            </a:xfrm>
            <a:custGeom>
              <a:avLst/>
              <a:gdLst>
                <a:gd name="T0" fmla="*/ 18 w 21"/>
                <a:gd name="T1" fmla="*/ 0 h 10"/>
                <a:gd name="T2" fmla="*/ 18 w 21"/>
                <a:gd name="T3" fmla="*/ 0 h 10"/>
                <a:gd name="T4" fmla="*/ 0 w 21"/>
                <a:gd name="T5" fmla="*/ 5 h 10"/>
                <a:gd name="T6" fmla="*/ 16 w 21"/>
                <a:gd name="T7" fmla="*/ 10 h 10"/>
                <a:gd name="T8" fmla="*/ 19 w 21"/>
                <a:gd name="T9" fmla="*/ 9 h 10"/>
                <a:gd name="T10" fmla="*/ 21 w 21"/>
                <a:gd name="T11" fmla="*/ 6 h 10"/>
                <a:gd name="T12" fmla="*/ 21 w 21"/>
                <a:gd name="T13" fmla="*/ 4 h 10"/>
                <a:gd name="T14" fmla="*/ 18 w 21"/>
                <a:gd name="T1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0" extrusionOk="0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8" y="10"/>
                    <a:pt x="19" y="9"/>
                  </a:cubicBezTo>
                  <a:cubicBezTo>
                    <a:pt x="20" y="8"/>
                    <a:pt x="21" y="7"/>
                    <a:pt x="21" y="6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2"/>
                    <a:pt x="20" y="1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35" name="Freeform 56"/>
            <p:cNvSpPr/>
            <p:nvPr/>
          </p:nvSpPr>
          <p:spPr bwMode="auto">
            <a:xfrm>
              <a:off x="2522538" y="2343150"/>
              <a:ext cx="376238" cy="141288"/>
            </a:xfrm>
            <a:custGeom>
              <a:avLst/>
              <a:gdLst>
                <a:gd name="T0" fmla="*/ 62 w 64"/>
                <a:gd name="T1" fmla="*/ 1 h 24"/>
                <a:gd name="T2" fmla="*/ 60 w 64"/>
                <a:gd name="T3" fmla="*/ 0 h 24"/>
                <a:gd name="T4" fmla="*/ 59 w 64"/>
                <a:gd name="T5" fmla="*/ 0 h 24"/>
                <a:gd name="T6" fmla="*/ 3 w 64"/>
                <a:gd name="T7" fmla="*/ 14 h 24"/>
                <a:gd name="T8" fmla="*/ 0 w 64"/>
                <a:gd name="T9" fmla="*/ 18 h 24"/>
                <a:gd name="T10" fmla="*/ 0 w 64"/>
                <a:gd name="T11" fmla="*/ 20 h 24"/>
                <a:gd name="T12" fmla="*/ 2 w 64"/>
                <a:gd name="T13" fmla="*/ 23 h 24"/>
                <a:gd name="T14" fmla="*/ 4 w 64"/>
                <a:gd name="T15" fmla="*/ 24 h 24"/>
                <a:gd name="T16" fmla="*/ 5 w 64"/>
                <a:gd name="T17" fmla="*/ 24 h 24"/>
                <a:gd name="T18" fmla="*/ 61 w 64"/>
                <a:gd name="T19" fmla="*/ 10 h 24"/>
                <a:gd name="T20" fmla="*/ 64 w 64"/>
                <a:gd name="T21" fmla="*/ 6 h 24"/>
                <a:gd name="T22" fmla="*/ 64 w 64"/>
                <a:gd name="T23" fmla="*/ 4 h 24"/>
                <a:gd name="T24" fmla="*/ 62 w 64"/>
                <a:gd name="T25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" h="24" extrusionOk="0">
                  <a:moveTo>
                    <a:pt x="62" y="1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1" y="22"/>
                    <a:pt x="2" y="23"/>
                  </a:cubicBezTo>
                  <a:cubicBezTo>
                    <a:pt x="2" y="24"/>
                    <a:pt x="3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3" y="9"/>
                    <a:pt x="64" y="8"/>
                    <a:pt x="64" y="6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3"/>
                    <a:pt x="63" y="2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36" name="Freeform 57"/>
            <p:cNvSpPr>
              <a:spLocks noEditPoints="1"/>
            </p:cNvSpPr>
            <p:nvPr/>
          </p:nvSpPr>
          <p:spPr bwMode="auto">
            <a:xfrm>
              <a:off x="2605088" y="2108200"/>
              <a:ext cx="217488" cy="258763"/>
            </a:xfrm>
            <a:custGeom>
              <a:avLst/>
              <a:gdLst>
                <a:gd name="T0" fmla="*/ 8 w 37"/>
                <a:gd name="T1" fmla="*/ 32 h 44"/>
                <a:gd name="T2" fmla="*/ 31 w 37"/>
                <a:gd name="T3" fmla="*/ 35 h 44"/>
                <a:gd name="T4" fmla="*/ 20 w 37"/>
                <a:gd name="T5" fmla="*/ 0 h 44"/>
                <a:gd name="T6" fmla="*/ 8 w 37"/>
                <a:gd name="T7" fmla="*/ 32 h 44"/>
                <a:gd name="T8" fmla="*/ 15 w 37"/>
                <a:gd name="T9" fmla="*/ 28 h 44"/>
                <a:gd name="T10" fmla="*/ 21 w 37"/>
                <a:gd name="T11" fmla="*/ 16 h 44"/>
                <a:gd name="T12" fmla="*/ 20 w 37"/>
                <a:gd name="T13" fmla="*/ 36 h 44"/>
                <a:gd name="T14" fmla="*/ 15 w 37"/>
                <a:gd name="T15" fmla="*/ 2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4" extrusionOk="0">
                  <a:moveTo>
                    <a:pt x="8" y="32"/>
                  </a:moveTo>
                  <a:cubicBezTo>
                    <a:pt x="11" y="40"/>
                    <a:pt x="24" y="44"/>
                    <a:pt x="31" y="35"/>
                  </a:cubicBezTo>
                  <a:cubicBezTo>
                    <a:pt x="37" y="25"/>
                    <a:pt x="31" y="10"/>
                    <a:pt x="20" y="0"/>
                  </a:cubicBezTo>
                  <a:cubicBezTo>
                    <a:pt x="22" y="11"/>
                    <a:pt x="0" y="15"/>
                    <a:pt x="8" y="32"/>
                  </a:cubicBezTo>
                  <a:close/>
                  <a:moveTo>
                    <a:pt x="15" y="28"/>
                  </a:moveTo>
                  <a:cubicBezTo>
                    <a:pt x="17" y="26"/>
                    <a:pt x="21" y="24"/>
                    <a:pt x="21" y="16"/>
                  </a:cubicBezTo>
                  <a:cubicBezTo>
                    <a:pt x="31" y="22"/>
                    <a:pt x="27" y="38"/>
                    <a:pt x="20" y="36"/>
                  </a:cubicBezTo>
                  <a:cubicBezTo>
                    <a:pt x="13" y="35"/>
                    <a:pt x="13" y="30"/>
                    <a:pt x="15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</p:grpSp>
      <p:sp>
        <p:nvSpPr>
          <p:cNvPr id="1635982890" name="Freeform 22"/>
          <p:cNvSpPr>
            <a:spLocks noEditPoints="1"/>
          </p:cNvSpPr>
          <p:nvPr/>
        </p:nvSpPr>
        <p:spPr bwMode="auto">
          <a:xfrm>
            <a:off x="5891282" y="2459742"/>
            <a:ext cx="347569" cy="347569"/>
          </a:xfrm>
          <a:custGeom>
            <a:avLst/>
            <a:gdLst>
              <a:gd name="T0" fmla="*/ 42 w 44"/>
              <a:gd name="T1" fmla="*/ 18 h 44"/>
              <a:gd name="T2" fmla="*/ 35 w 44"/>
              <a:gd name="T3" fmla="*/ 18 h 44"/>
              <a:gd name="T4" fmla="*/ 34 w 44"/>
              <a:gd name="T5" fmla="*/ 14 h 44"/>
              <a:gd name="T6" fmla="*/ 38 w 44"/>
              <a:gd name="T7" fmla="*/ 10 h 44"/>
              <a:gd name="T8" fmla="*/ 38 w 44"/>
              <a:gd name="T9" fmla="*/ 7 h 44"/>
              <a:gd name="T10" fmla="*/ 36 w 44"/>
              <a:gd name="T11" fmla="*/ 5 h 44"/>
              <a:gd name="T12" fmla="*/ 33 w 44"/>
              <a:gd name="T13" fmla="*/ 5 h 44"/>
              <a:gd name="T14" fmla="*/ 29 w 44"/>
              <a:gd name="T15" fmla="*/ 9 h 44"/>
              <a:gd name="T16" fmla="*/ 25 w 44"/>
              <a:gd name="T17" fmla="*/ 8 h 44"/>
              <a:gd name="T18" fmla="*/ 25 w 44"/>
              <a:gd name="T19" fmla="*/ 2 h 44"/>
              <a:gd name="T20" fmla="*/ 23 w 44"/>
              <a:gd name="T21" fmla="*/ 0 h 44"/>
              <a:gd name="T22" fmla="*/ 20 w 44"/>
              <a:gd name="T23" fmla="*/ 0 h 44"/>
              <a:gd name="T24" fmla="*/ 18 w 44"/>
              <a:gd name="T25" fmla="*/ 2 h 44"/>
              <a:gd name="T26" fmla="*/ 18 w 44"/>
              <a:gd name="T27" fmla="*/ 8 h 44"/>
              <a:gd name="T28" fmla="*/ 14 w 44"/>
              <a:gd name="T29" fmla="*/ 9 h 44"/>
              <a:gd name="T30" fmla="*/ 10 w 44"/>
              <a:gd name="T31" fmla="*/ 6 h 44"/>
              <a:gd name="T32" fmla="*/ 7 w 44"/>
              <a:gd name="T33" fmla="*/ 6 h 44"/>
              <a:gd name="T34" fmla="*/ 5 w 44"/>
              <a:gd name="T35" fmla="*/ 8 h 44"/>
              <a:gd name="T36" fmla="*/ 5 w 44"/>
              <a:gd name="T37" fmla="*/ 11 h 44"/>
              <a:gd name="T38" fmla="*/ 9 w 44"/>
              <a:gd name="T39" fmla="*/ 15 h 44"/>
              <a:gd name="T40" fmla="*/ 7 w 44"/>
              <a:gd name="T41" fmla="*/ 19 h 44"/>
              <a:gd name="T42" fmla="*/ 2 w 44"/>
              <a:gd name="T43" fmla="*/ 19 h 44"/>
              <a:gd name="T44" fmla="*/ 0 w 44"/>
              <a:gd name="T45" fmla="*/ 21 h 44"/>
              <a:gd name="T46" fmla="*/ 0 w 44"/>
              <a:gd name="T47" fmla="*/ 24 h 44"/>
              <a:gd name="T48" fmla="*/ 2 w 44"/>
              <a:gd name="T49" fmla="*/ 26 h 44"/>
              <a:gd name="T50" fmla="*/ 7 w 44"/>
              <a:gd name="T51" fmla="*/ 26 h 44"/>
              <a:gd name="T52" fmla="*/ 9 w 44"/>
              <a:gd name="T53" fmla="*/ 30 h 44"/>
              <a:gd name="T54" fmla="*/ 6 w 44"/>
              <a:gd name="T55" fmla="*/ 34 h 44"/>
              <a:gd name="T56" fmla="*/ 6 w 44"/>
              <a:gd name="T57" fmla="*/ 37 h 44"/>
              <a:gd name="T58" fmla="*/ 8 w 44"/>
              <a:gd name="T59" fmla="*/ 39 h 44"/>
              <a:gd name="T60" fmla="*/ 11 w 44"/>
              <a:gd name="T61" fmla="*/ 39 h 44"/>
              <a:gd name="T62" fmla="*/ 15 w 44"/>
              <a:gd name="T63" fmla="*/ 35 h 44"/>
              <a:gd name="T64" fmla="*/ 19 w 44"/>
              <a:gd name="T65" fmla="*/ 36 h 44"/>
              <a:gd name="T66" fmla="*/ 19 w 44"/>
              <a:gd name="T67" fmla="*/ 42 h 44"/>
              <a:gd name="T68" fmla="*/ 21 w 44"/>
              <a:gd name="T69" fmla="*/ 44 h 44"/>
              <a:gd name="T70" fmla="*/ 24 w 44"/>
              <a:gd name="T71" fmla="*/ 44 h 44"/>
              <a:gd name="T72" fmla="*/ 26 w 44"/>
              <a:gd name="T73" fmla="*/ 42 h 44"/>
              <a:gd name="T74" fmla="*/ 26 w 44"/>
              <a:gd name="T75" fmla="*/ 36 h 44"/>
              <a:gd name="T76" fmla="*/ 30 w 44"/>
              <a:gd name="T77" fmla="*/ 34 h 44"/>
              <a:gd name="T78" fmla="*/ 34 w 44"/>
              <a:gd name="T79" fmla="*/ 38 h 44"/>
              <a:gd name="T80" fmla="*/ 37 w 44"/>
              <a:gd name="T81" fmla="*/ 38 h 44"/>
              <a:gd name="T82" fmla="*/ 39 w 44"/>
              <a:gd name="T83" fmla="*/ 36 h 44"/>
              <a:gd name="T84" fmla="*/ 39 w 44"/>
              <a:gd name="T85" fmla="*/ 33 h 44"/>
              <a:gd name="T86" fmla="*/ 35 w 44"/>
              <a:gd name="T87" fmla="*/ 28 h 44"/>
              <a:gd name="T88" fmla="*/ 36 w 44"/>
              <a:gd name="T89" fmla="*/ 25 h 44"/>
              <a:gd name="T90" fmla="*/ 42 w 44"/>
              <a:gd name="T91" fmla="*/ 25 h 44"/>
              <a:gd name="T92" fmla="*/ 44 w 44"/>
              <a:gd name="T93" fmla="*/ 23 h 44"/>
              <a:gd name="T94" fmla="*/ 44 w 44"/>
              <a:gd name="T95" fmla="*/ 20 h 44"/>
              <a:gd name="T96" fmla="*/ 42 w 44"/>
              <a:gd name="T97" fmla="*/ 18 h 44"/>
              <a:gd name="T98" fmla="*/ 21 w 44"/>
              <a:gd name="T99" fmla="*/ 28 h 44"/>
              <a:gd name="T100" fmla="*/ 15 w 44"/>
              <a:gd name="T101" fmla="*/ 22 h 44"/>
              <a:gd name="T102" fmla="*/ 21 w 44"/>
              <a:gd name="T103" fmla="*/ 16 h 44"/>
              <a:gd name="T104" fmla="*/ 28 w 44"/>
              <a:gd name="T105" fmla="*/ 22 h 44"/>
              <a:gd name="T106" fmla="*/ 21 w 44"/>
              <a:gd name="T107" fmla="*/ 28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44" h="44" extrusionOk="0">
                <a:moveTo>
                  <a:pt x="42" y="18"/>
                </a:moveTo>
                <a:cubicBezTo>
                  <a:pt x="35" y="18"/>
                  <a:pt x="35" y="18"/>
                  <a:pt x="35" y="18"/>
                </a:cubicBezTo>
                <a:cubicBezTo>
                  <a:pt x="35" y="17"/>
                  <a:pt x="35" y="15"/>
                  <a:pt x="34" y="14"/>
                </a:cubicBezTo>
                <a:cubicBezTo>
                  <a:pt x="38" y="10"/>
                  <a:pt x="38" y="10"/>
                  <a:pt x="38" y="10"/>
                </a:cubicBezTo>
                <a:cubicBezTo>
                  <a:pt x="39" y="9"/>
                  <a:pt x="39" y="8"/>
                  <a:pt x="38" y="7"/>
                </a:cubicBezTo>
                <a:cubicBezTo>
                  <a:pt x="36" y="5"/>
                  <a:pt x="36" y="5"/>
                  <a:pt x="36" y="5"/>
                </a:cubicBezTo>
                <a:cubicBezTo>
                  <a:pt x="35" y="4"/>
                  <a:pt x="34" y="4"/>
                  <a:pt x="33" y="5"/>
                </a:cubicBezTo>
                <a:cubicBezTo>
                  <a:pt x="29" y="9"/>
                  <a:pt x="29" y="9"/>
                  <a:pt x="29" y="9"/>
                </a:cubicBezTo>
                <a:cubicBezTo>
                  <a:pt x="28" y="9"/>
                  <a:pt x="26" y="8"/>
                  <a:pt x="25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5" y="1"/>
                  <a:pt x="24" y="0"/>
                  <a:pt x="23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9" y="0"/>
                  <a:pt x="18" y="1"/>
                  <a:pt x="18" y="2"/>
                </a:cubicBezTo>
                <a:cubicBezTo>
                  <a:pt x="18" y="8"/>
                  <a:pt x="18" y="8"/>
                  <a:pt x="18" y="8"/>
                </a:cubicBezTo>
                <a:cubicBezTo>
                  <a:pt x="16" y="8"/>
                  <a:pt x="15" y="9"/>
                  <a:pt x="14" y="9"/>
                </a:cubicBezTo>
                <a:cubicBezTo>
                  <a:pt x="10" y="6"/>
                  <a:pt x="10" y="6"/>
                  <a:pt x="10" y="6"/>
                </a:cubicBezTo>
                <a:cubicBezTo>
                  <a:pt x="9" y="5"/>
                  <a:pt x="8" y="5"/>
                  <a:pt x="7" y="6"/>
                </a:cubicBezTo>
                <a:cubicBezTo>
                  <a:pt x="5" y="8"/>
                  <a:pt x="5" y="8"/>
                  <a:pt x="5" y="8"/>
                </a:cubicBezTo>
                <a:cubicBezTo>
                  <a:pt x="4" y="9"/>
                  <a:pt x="4" y="10"/>
                  <a:pt x="5" y="11"/>
                </a:cubicBezTo>
                <a:cubicBezTo>
                  <a:pt x="9" y="15"/>
                  <a:pt x="9" y="15"/>
                  <a:pt x="9" y="15"/>
                </a:cubicBezTo>
                <a:cubicBezTo>
                  <a:pt x="8" y="16"/>
                  <a:pt x="7" y="17"/>
                  <a:pt x="7" y="19"/>
                </a:cubicBezTo>
                <a:cubicBezTo>
                  <a:pt x="2" y="19"/>
                  <a:pt x="2" y="19"/>
                  <a:pt x="2" y="19"/>
                </a:cubicBezTo>
                <a:cubicBezTo>
                  <a:pt x="1" y="19"/>
                  <a:pt x="0" y="20"/>
                  <a:pt x="0" y="21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5"/>
                  <a:pt x="1" y="26"/>
                  <a:pt x="2" y="26"/>
                </a:cubicBezTo>
                <a:cubicBezTo>
                  <a:pt x="7" y="26"/>
                  <a:pt x="7" y="26"/>
                  <a:pt x="7" y="26"/>
                </a:cubicBezTo>
                <a:cubicBezTo>
                  <a:pt x="8" y="28"/>
                  <a:pt x="8" y="29"/>
                  <a:pt x="9" y="30"/>
                </a:cubicBezTo>
                <a:cubicBezTo>
                  <a:pt x="6" y="34"/>
                  <a:pt x="6" y="34"/>
                  <a:pt x="6" y="34"/>
                </a:cubicBezTo>
                <a:cubicBezTo>
                  <a:pt x="5" y="35"/>
                  <a:pt x="5" y="36"/>
                  <a:pt x="6" y="37"/>
                </a:cubicBezTo>
                <a:cubicBezTo>
                  <a:pt x="8" y="39"/>
                  <a:pt x="8" y="39"/>
                  <a:pt x="8" y="39"/>
                </a:cubicBezTo>
                <a:cubicBezTo>
                  <a:pt x="9" y="40"/>
                  <a:pt x="10" y="40"/>
                  <a:pt x="11" y="39"/>
                </a:cubicBezTo>
                <a:cubicBezTo>
                  <a:pt x="15" y="35"/>
                  <a:pt x="15" y="35"/>
                  <a:pt x="15" y="35"/>
                </a:cubicBezTo>
                <a:cubicBezTo>
                  <a:pt x="16" y="36"/>
                  <a:pt x="18" y="36"/>
                  <a:pt x="19" y="36"/>
                </a:cubicBezTo>
                <a:cubicBezTo>
                  <a:pt x="19" y="42"/>
                  <a:pt x="19" y="42"/>
                  <a:pt x="19" y="42"/>
                </a:cubicBezTo>
                <a:cubicBezTo>
                  <a:pt x="19" y="43"/>
                  <a:pt x="20" y="44"/>
                  <a:pt x="21" y="44"/>
                </a:cubicBezTo>
                <a:cubicBezTo>
                  <a:pt x="24" y="44"/>
                  <a:pt x="24" y="44"/>
                  <a:pt x="24" y="44"/>
                </a:cubicBezTo>
                <a:cubicBezTo>
                  <a:pt x="25" y="44"/>
                  <a:pt x="26" y="43"/>
                  <a:pt x="26" y="42"/>
                </a:cubicBezTo>
                <a:cubicBezTo>
                  <a:pt x="26" y="36"/>
                  <a:pt x="26" y="36"/>
                  <a:pt x="26" y="36"/>
                </a:cubicBezTo>
                <a:cubicBezTo>
                  <a:pt x="28" y="35"/>
                  <a:pt x="29" y="35"/>
                  <a:pt x="30" y="34"/>
                </a:cubicBezTo>
                <a:cubicBezTo>
                  <a:pt x="34" y="38"/>
                  <a:pt x="34" y="38"/>
                  <a:pt x="34" y="38"/>
                </a:cubicBezTo>
                <a:cubicBezTo>
                  <a:pt x="35" y="39"/>
                  <a:pt x="36" y="39"/>
                  <a:pt x="37" y="38"/>
                </a:cubicBezTo>
                <a:cubicBezTo>
                  <a:pt x="39" y="36"/>
                  <a:pt x="39" y="36"/>
                  <a:pt x="39" y="36"/>
                </a:cubicBezTo>
                <a:cubicBezTo>
                  <a:pt x="40" y="35"/>
                  <a:pt x="40" y="34"/>
                  <a:pt x="39" y="33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7"/>
                  <a:pt x="35" y="26"/>
                  <a:pt x="36" y="25"/>
                </a:cubicBezTo>
                <a:cubicBezTo>
                  <a:pt x="42" y="25"/>
                  <a:pt x="42" y="25"/>
                  <a:pt x="42" y="25"/>
                </a:cubicBezTo>
                <a:cubicBezTo>
                  <a:pt x="43" y="25"/>
                  <a:pt x="44" y="24"/>
                  <a:pt x="44" y="23"/>
                </a:cubicBezTo>
                <a:cubicBezTo>
                  <a:pt x="44" y="20"/>
                  <a:pt x="44" y="20"/>
                  <a:pt x="44" y="20"/>
                </a:cubicBezTo>
                <a:cubicBezTo>
                  <a:pt x="44" y="19"/>
                  <a:pt x="43" y="18"/>
                  <a:pt x="42" y="18"/>
                </a:cubicBezTo>
                <a:close/>
                <a:moveTo>
                  <a:pt x="21" y="28"/>
                </a:moveTo>
                <a:cubicBezTo>
                  <a:pt x="18" y="28"/>
                  <a:pt x="15" y="25"/>
                  <a:pt x="15" y="22"/>
                </a:cubicBezTo>
                <a:cubicBezTo>
                  <a:pt x="15" y="19"/>
                  <a:pt x="18" y="16"/>
                  <a:pt x="21" y="16"/>
                </a:cubicBezTo>
                <a:cubicBezTo>
                  <a:pt x="25" y="16"/>
                  <a:pt x="28" y="19"/>
                  <a:pt x="28" y="22"/>
                </a:cubicBezTo>
                <a:cubicBezTo>
                  <a:pt x="28" y="25"/>
                  <a:pt x="25" y="28"/>
                  <a:pt x="21" y="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>
              <a:latin typeface="Lato"/>
            </a:endParaRPr>
          </a:p>
        </p:txBody>
      </p:sp>
      <p:sp>
        <p:nvSpPr>
          <p:cNvPr id="41443018" name="Freeform 102"/>
          <p:cNvSpPr>
            <a:spLocks noEditPoints="1"/>
          </p:cNvSpPr>
          <p:nvPr/>
        </p:nvSpPr>
        <p:spPr bwMode="auto">
          <a:xfrm>
            <a:off x="7109506" y="2979726"/>
            <a:ext cx="376186" cy="376186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28 w 64"/>
              <a:gd name="T11" fmla="*/ 8 h 64"/>
              <a:gd name="T12" fmla="*/ 36 w 64"/>
              <a:gd name="T13" fmla="*/ 8 h 64"/>
              <a:gd name="T14" fmla="*/ 36 w 64"/>
              <a:gd name="T15" fmla="*/ 28 h 64"/>
              <a:gd name="T16" fmla="*/ 28 w 64"/>
              <a:gd name="T17" fmla="*/ 28 h 64"/>
              <a:gd name="T18" fmla="*/ 28 w 64"/>
              <a:gd name="T19" fmla="*/ 8 h 64"/>
              <a:gd name="T20" fmla="*/ 32 w 64"/>
              <a:gd name="T21" fmla="*/ 53 h 64"/>
              <a:gd name="T22" fmla="*/ 11 w 64"/>
              <a:gd name="T23" fmla="*/ 32 h 64"/>
              <a:gd name="T24" fmla="*/ 24 w 64"/>
              <a:gd name="T25" fmla="*/ 13 h 64"/>
              <a:gd name="T26" fmla="*/ 24 w 64"/>
              <a:gd name="T27" fmla="*/ 12 h 64"/>
              <a:gd name="T28" fmla="*/ 24 w 64"/>
              <a:gd name="T29" fmla="*/ 20 h 64"/>
              <a:gd name="T30" fmla="*/ 17 w 64"/>
              <a:gd name="T31" fmla="*/ 32 h 64"/>
              <a:gd name="T32" fmla="*/ 32 w 64"/>
              <a:gd name="T33" fmla="*/ 47 h 64"/>
              <a:gd name="T34" fmla="*/ 47 w 64"/>
              <a:gd name="T35" fmla="*/ 32 h 64"/>
              <a:gd name="T36" fmla="*/ 40 w 64"/>
              <a:gd name="T37" fmla="*/ 20 h 64"/>
              <a:gd name="T38" fmla="*/ 40 w 64"/>
              <a:gd name="T39" fmla="*/ 12 h 64"/>
              <a:gd name="T40" fmla="*/ 40 w 64"/>
              <a:gd name="T41" fmla="*/ 13 h 64"/>
              <a:gd name="T42" fmla="*/ 53 w 64"/>
              <a:gd name="T43" fmla="*/ 32 h 64"/>
              <a:gd name="T44" fmla="*/ 32 w 64"/>
              <a:gd name="T45" fmla="*/ 53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4" h="64" extrusionOk="0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28" y="8"/>
                </a:moveTo>
                <a:cubicBezTo>
                  <a:pt x="36" y="8"/>
                  <a:pt x="36" y="8"/>
                  <a:pt x="36" y="8"/>
                </a:cubicBezTo>
                <a:cubicBezTo>
                  <a:pt x="36" y="28"/>
                  <a:pt x="36" y="28"/>
                  <a:pt x="36" y="28"/>
                </a:cubicBezTo>
                <a:cubicBezTo>
                  <a:pt x="28" y="28"/>
                  <a:pt x="28" y="28"/>
                  <a:pt x="28" y="28"/>
                </a:cubicBezTo>
                <a:lnTo>
                  <a:pt x="28" y="8"/>
                </a:lnTo>
                <a:close/>
                <a:moveTo>
                  <a:pt x="32" y="53"/>
                </a:moveTo>
                <a:cubicBezTo>
                  <a:pt x="20" y="53"/>
                  <a:pt x="11" y="44"/>
                  <a:pt x="11" y="32"/>
                </a:cubicBezTo>
                <a:cubicBezTo>
                  <a:pt x="11" y="24"/>
                  <a:pt x="16" y="16"/>
                  <a:pt x="24" y="13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20"/>
                  <a:pt x="24" y="20"/>
                  <a:pt x="24" y="20"/>
                </a:cubicBezTo>
                <a:cubicBezTo>
                  <a:pt x="20" y="22"/>
                  <a:pt x="17" y="27"/>
                  <a:pt x="17" y="32"/>
                </a:cubicBezTo>
                <a:cubicBezTo>
                  <a:pt x="17" y="40"/>
                  <a:pt x="24" y="47"/>
                  <a:pt x="32" y="47"/>
                </a:cubicBezTo>
                <a:cubicBezTo>
                  <a:pt x="40" y="47"/>
                  <a:pt x="47" y="40"/>
                  <a:pt x="47" y="32"/>
                </a:cubicBezTo>
                <a:cubicBezTo>
                  <a:pt x="47" y="27"/>
                  <a:pt x="44" y="22"/>
                  <a:pt x="40" y="20"/>
                </a:cubicBezTo>
                <a:cubicBezTo>
                  <a:pt x="40" y="12"/>
                  <a:pt x="40" y="12"/>
                  <a:pt x="40" y="12"/>
                </a:cubicBezTo>
                <a:cubicBezTo>
                  <a:pt x="40" y="13"/>
                  <a:pt x="40" y="13"/>
                  <a:pt x="40" y="13"/>
                </a:cubicBezTo>
                <a:cubicBezTo>
                  <a:pt x="48" y="16"/>
                  <a:pt x="53" y="24"/>
                  <a:pt x="53" y="32"/>
                </a:cubicBezTo>
                <a:cubicBezTo>
                  <a:pt x="53" y="44"/>
                  <a:pt x="44" y="53"/>
                  <a:pt x="32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>
              <a:latin typeface="Lato"/>
            </a:endParaRPr>
          </a:p>
        </p:txBody>
      </p:sp>
      <p:grpSp>
        <p:nvGrpSpPr>
          <p:cNvPr id="360082012" name="Group 38"/>
          <p:cNvGrpSpPr/>
          <p:nvPr/>
        </p:nvGrpSpPr>
        <p:grpSpPr bwMode="auto">
          <a:xfrm>
            <a:off x="7678689" y="4186378"/>
            <a:ext cx="328569" cy="376186"/>
            <a:chOff x="9953626" y="3624263"/>
            <a:chExt cx="328613" cy="376238"/>
          </a:xfrm>
          <a:solidFill>
            <a:schemeClr val="bg1"/>
          </a:solidFill>
        </p:grpSpPr>
        <p:sp>
          <p:nvSpPr>
            <p:cNvPr id="40" name="Freeform 98"/>
            <p:cNvSpPr>
              <a:spLocks noEditPoints="1"/>
            </p:cNvSpPr>
            <p:nvPr/>
          </p:nvSpPr>
          <p:spPr bwMode="auto">
            <a:xfrm>
              <a:off x="10023476" y="3624263"/>
              <a:ext cx="188913" cy="93663"/>
            </a:xfrm>
            <a:custGeom>
              <a:avLst/>
              <a:gdLst>
                <a:gd name="T0" fmla="*/ 32 w 32"/>
                <a:gd name="T1" fmla="*/ 8 h 16"/>
                <a:gd name="T2" fmla="*/ 24 w 32"/>
                <a:gd name="T3" fmla="*/ 8 h 16"/>
                <a:gd name="T4" fmla="*/ 16 w 32"/>
                <a:gd name="T5" fmla="*/ 0 h 16"/>
                <a:gd name="T6" fmla="*/ 8 w 32"/>
                <a:gd name="T7" fmla="*/ 8 h 16"/>
                <a:gd name="T8" fmla="*/ 0 w 32"/>
                <a:gd name="T9" fmla="*/ 8 h 16"/>
                <a:gd name="T10" fmla="*/ 0 w 32"/>
                <a:gd name="T11" fmla="*/ 16 h 16"/>
                <a:gd name="T12" fmla="*/ 32 w 32"/>
                <a:gd name="T13" fmla="*/ 16 h 16"/>
                <a:gd name="T14" fmla="*/ 32 w 32"/>
                <a:gd name="T15" fmla="*/ 8 h 16"/>
                <a:gd name="T16" fmla="*/ 16 w 32"/>
                <a:gd name="T17" fmla="*/ 12 h 16"/>
                <a:gd name="T18" fmla="*/ 12 w 32"/>
                <a:gd name="T19" fmla="*/ 8 h 16"/>
                <a:gd name="T20" fmla="*/ 16 w 32"/>
                <a:gd name="T21" fmla="*/ 4 h 16"/>
                <a:gd name="T22" fmla="*/ 20 w 32"/>
                <a:gd name="T23" fmla="*/ 8 h 16"/>
                <a:gd name="T24" fmla="*/ 16 w 32"/>
                <a:gd name="T25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16" extrusionOk="0">
                  <a:moveTo>
                    <a:pt x="32" y="8"/>
                  </a:moveTo>
                  <a:cubicBezTo>
                    <a:pt x="24" y="8"/>
                    <a:pt x="24" y="8"/>
                    <a:pt x="24" y="8"/>
                  </a:cubicBezTo>
                  <a:cubicBezTo>
                    <a:pt x="24" y="4"/>
                    <a:pt x="20" y="0"/>
                    <a:pt x="16" y="0"/>
                  </a:cubicBezTo>
                  <a:cubicBezTo>
                    <a:pt x="12" y="0"/>
                    <a:pt x="8" y="4"/>
                    <a:pt x="8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2" y="16"/>
                    <a:pt x="32" y="16"/>
                    <a:pt x="32" y="16"/>
                  </a:cubicBezTo>
                  <a:lnTo>
                    <a:pt x="32" y="8"/>
                  </a:lnTo>
                  <a:close/>
                  <a:moveTo>
                    <a:pt x="16" y="12"/>
                  </a:moveTo>
                  <a:cubicBezTo>
                    <a:pt x="14" y="12"/>
                    <a:pt x="12" y="10"/>
                    <a:pt x="12" y="8"/>
                  </a:cubicBezTo>
                  <a:cubicBezTo>
                    <a:pt x="12" y="6"/>
                    <a:pt x="14" y="4"/>
                    <a:pt x="16" y="4"/>
                  </a:cubicBezTo>
                  <a:cubicBezTo>
                    <a:pt x="18" y="4"/>
                    <a:pt x="20" y="6"/>
                    <a:pt x="20" y="8"/>
                  </a:cubicBezTo>
                  <a:cubicBezTo>
                    <a:pt x="20" y="10"/>
                    <a:pt x="18" y="12"/>
                    <a:pt x="16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  <p:sp>
          <p:nvSpPr>
            <p:cNvPr id="41" name="Freeform 99"/>
            <p:cNvSpPr>
              <a:spLocks noEditPoints="1"/>
            </p:cNvSpPr>
            <p:nvPr/>
          </p:nvSpPr>
          <p:spPr bwMode="auto">
            <a:xfrm>
              <a:off x="9953626" y="3671888"/>
              <a:ext cx="328613" cy="328613"/>
            </a:xfrm>
            <a:custGeom>
              <a:avLst/>
              <a:gdLst>
                <a:gd name="T0" fmla="*/ 178 w 207"/>
                <a:gd name="T1" fmla="*/ 0 h 207"/>
                <a:gd name="T2" fmla="*/ 178 w 207"/>
                <a:gd name="T3" fmla="*/ 44 h 207"/>
                <a:gd name="T4" fmla="*/ 29 w 207"/>
                <a:gd name="T5" fmla="*/ 44 h 207"/>
                <a:gd name="T6" fmla="*/ 29 w 207"/>
                <a:gd name="T7" fmla="*/ 0 h 207"/>
                <a:gd name="T8" fmla="*/ 0 w 207"/>
                <a:gd name="T9" fmla="*/ 0 h 207"/>
                <a:gd name="T10" fmla="*/ 0 w 207"/>
                <a:gd name="T11" fmla="*/ 207 h 207"/>
                <a:gd name="T12" fmla="*/ 207 w 207"/>
                <a:gd name="T13" fmla="*/ 207 h 207"/>
                <a:gd name="T14" fmla="*/ 207 w 207"/>
                <a:gd name="T15" fmla="*/ 0 h 207"/>
                <a:gd name="T16" fmla="*/ 178 w 207"/>
                <a:gd name="T17" fmla="*/ 0 h 207"/>
                <a:gd name="T18" fmla="*/ 96 w 207"/>
                <a:gd name="T19" fmla="*/ 174 h 207"/>
                <a:gd name="T20" fmla="*/ 85 w 207"/>
                <a:gd name="T21" fmla="*/ 166 h 207"/>
                <a:gd name="T22" fmla="*/ 44 w 207"/>
                <a:gd name="T23" fmla="*/ 122 h 207"/>
                <a:gd name="T24" fmla="*/ 67 w 207"/>
                <a:gd name="T25" fmla="*/ 103 h 207"/>
                <a:gd name="T26" fmla="*/ 96 w 207"/>
                <a:gd name="T27" fmla="*/ 133 h 207"/>
                <a:gd name="T28" fmla="*/ 155 w 207"/>
                <a:gd name="T29" fmla="*/ 74 h 207"/>
                <a:gd name="T30" fmla="*/ 178 w 207"/>
                <a:gd name="T31" fmla="*/ 96 h 207"/>
                <a:gd name="T32" fmla="*/ 96 w 207"/>
                <a:gd name="T33" fmla="*/ 17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7" h="207" extrusionOk="0">
                  <a:moveTo>
                    <a:pt x="178" y="0"/>
                  </a:moveTo>
                  <a:lnTo>
                    <a:pt x="178" y="44"/>
                  </a:lnTo>
                  <a:lnTo>
                    <a:pt x="29" y="44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207"/>
                  </a:lnTo>
                  <a:lnTo>
                    <a:pt x="207" y="207"/>
                  </a:lnTo>
                  <a:lnTo>
                    <a:pt x="207" y="0"/>
                  </a:lnTo>
                  <a:lnTo>
                    <a:pt x="178" y="0"/>
                  </a:lnTo>
                  <a:close/>
                  <a:moveTo>
                    <a:pt x="96" y="174"/>
                  </a:moveTo>
                  <a:lnTo>
                    <a:pt x="85" y="166"/>
                  </a:lnTo>
                  <a:lnTo>
                    <a:pt x="44" y="122"/>
                  </a:lnTo>
                  <a:lnTo>
                    <a:pt x="67" y="103"/>
                  </a:lnTo>
                  <a:lnTo>
                    <a:pt x="96" y="133"/>
                  </a:lnTo>
                  <a:lnTo>
                    <a:pt x="155" y="74"/>
                  </a:lnTo>
                  <a:lnTo>
                    <a:pt x="178" y="96"/>
                  </a:lnTo>
                  <a:lnTo>
                    <a:pt x="96" y="1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>
                <a:latin typeface="Lato"/>
              </a:endParaRPr>
            </a:p>
          </p:txBody>
        </p:sp>
      </p:grpSp>
      <p:grpSp>
        <p:nvGrpSpPr>
          <p:cNvPr id="1121975144" name="Group 41"/>
          <p:cNvGrpSpPr>
            <a:grpSpLocks noChangeAspect="1"/>
          </p:cNvGrpSpPr>
          <p:nvPr/>
        </p:nvGrpSpPr>
        <p:grpSpPr bwMode="auto">
          <a:xfrm>
            <a:off x="7061093" y="5357199"/>
            <a:ext cx="463636" cy="463636"/>
            <a:chOff x="6894513" y="5880100"/>
            <a:chExt cx="376238" cy="376238"/>
          </a:xfrm>
          <a:solidFill>
            <a:schemeClr val="bg1"/>
          </a:solidFill>
        </p:grpSpPr>
        <p:sp>
          <p:nvSpPr>
            <p:cNvPr id="43" name="Freeform 103"/>
            <p:cNvSpPr>
              <a:spLocks noEditPoints="1"/>
            </p:cNvSpPr>
            <p:nvPr/>
          </p:nvSpPr>
          <p:spPr bwMode="auto">
            <a:xfrm>
              <a:off x="7005638" y="5880100"/>
              <a:ext cx="265113" cy="265113"/>
            </a:xfrm>
            <a:custGeom>
              <a:avLst/>
              <a:gdLst>
                <a:gd name="T0" fmla="*/ 31 w 45"/>
                <a:gd name="T1" fmla="*/ 5 h 45"/>
                <a:gd name="T2" fmla="*/ 18 w 45"/>
                <a:gd name="T3" fmla="*/ 13 h 45"/>
                <a:gd name="T4" fmla="*/ 1 w 45"/>
                <a:gd name="T5" fmla="*/ 30 h 45"/>
                <a:gd name="T6" fmla="*/ 1 w 45"/>
                <a:gd name="T7" fmla="*/ 35 h 45"/>
                <a:gd name="T8" fmla="*/ 10 w 45"/>
                <a:gd name="T9" fmla="*/ 44 h 45"/>
                <a:gd name="T10" fmla="*/ 15 w 45"/>
                <a:gd name="T11" fmla="*/ 44 h 45"/>
                <a:gd name="T12" fmla="*/ 32 w 45"/>
                <a:gd name="T13" fmla="*/ 27 h 45"/>
                <a:gd name="T14" fmla="*/ 40 w 45"/>
                <a:gd name="T15" fmla="*/ 14 h 45"/>
                <a:gd name="T16" fmla="*/ 45 w 45"/>
                <a:gd name="T17" fmla="*/ 0 h 45"/>
                <a:gd name="T18" fmla="*/ 31 w 45"/>
                <a:gd name="T19" fmla="*/ 5 h 45"/>
                <a:gd name="T20" fmla="*/ 20 w 45"/>
                <a:gd name="T21" fmla="*/ 34 h 45"/>
                <a:gd name="T22" fmla="*/ 11 w 45"/>
                <a:gd name="T23" fmla="*/ 34 h 45"/>
                <a:gd name="T24" fmla="*/ 11 w 45"/>
                <a:gd name="T25" fmla="*/ 25 h 45"/>
                <a:gd name="T26" fmla="*/ 20 w 45"/>
                <a:gd name="T27" fmla="*/ 25 h 45"/>
                <a:gd name="T28" fmla="*/ 20 w 45"/>
                <a:gd name="T29" fmla="*/ 34 h 45"/>
                <a:gd name="T30" fmla="*/ 31 w 45"/>
                <a:gd name="T31" fmla="*/ 23 h 45"/>
                <a:gd name="T32" fmla="*/ 22 w 45"/>
                <a:gd name="T33" fmla="*/ 23 h 45"/>
                <a:gd name="T34" fmla="*/ 22 w 45"/>
                <a:gd name="T35" fmla="*/ 14 h 45"/>
                <a:gd name="T36" fmla="*/ 31 w 45"/>
                <a:gd name="T37" fmla="*/ 14 h 45"/>
                <a:gd name="T38" fmla="*/ 31 w 45"/>
                <a:gd name="T39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5" h="45" extrusionOk="0">
                  <a:moveTo>
                    <a:pt x="31" y="5"/>
                  </a:moveTo>
                  <a:cubicBezTo>
                    <a:pt x="27" y="6"/>
                    <a:pt x="21" y="10"/>
                    <a:pt x="18" y="13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0" y="34"/>
                    <a:pt x="1" y="35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1" y="45"/>
                    <a:pt x="14" y="45"/>
                    <a:pt x="15" y="44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5" y="24"/>
                    <a:pt x="39" y="18"/>
                    <a:pt x="40" y="14"/>
                  </a:cubicBezTo>
                  <a:cubicBezTo>
                    <a:pt x="45" y="0"/>
                    <a:pt x="45" y="0"/>
                    <a:pt x="45" y="0"/>
                  </a:cubicBezTo>
                  <a:lnTo>
                    <a:pt x="31" y="5"/>
                  </a:lnTo>
                  <a:close/>
                  <a:moveTo>
                    <a:pt x="20" y="34"/>
                  </a:moveTo>
                  <a:cubicBezTo>
                    <a:pt x="17" y="36"/>
                    <a:pt x="13" y="36"/>
                    <a:pt x="11" y="34"/>
                  </a:cubicBezTo>
                  <a:cubicBezTo>
                    <a:pt x="9" y="32"/>
                    <a:pt x="9" y="28"/>
                    <a:pt x="11" y="25"/>
                  </a:cubicBezTo>
                  <a:cubicBezTo>
                    <a:pt x="13" y="23"/>
                    <a:pt x="17" y="23"/>
                    <a:pt x="20" y="25"/>
                  </a:cubicBezTo>
                  <a:cubicBezTo>
                    <a:pt x="22" y="28"/>
                    <a:pt x="22" y="32"/>
                    <a:pt x="20" y="34"/>
                  </a:cubicBezTo>
                  <a:close/>
                  <a:moveTo>
                    <a:pt x="31" y="23"/>
                  </a:moveTo>
                  <a:cubicBezTo>
                    <a:pt x="29" y="25"/>
                    <a:pt x="25" y="25"/>
                    <a:pt x="22" y="23"/>
                  </a:cubicBezTo>
                  <a:cubicBezTo>
                    <a:pt x="20" y="20"/>
                    <a:pt x="20" y="16"/>
                    <a:pt x="22" y="14"/>
                  </a:cubicBezTo>
                  <a:cubicBezTo>
                    <a:pt x="25" y="12"/>
                    <a:pt x="29" y="12"/>
                    <a:pt x="31" y="14"/>
                  </a:cubicBezTo>
                  <a:cubicBezTo>
                    <a:pt x="33" y="16"/>
                    <a:pt x="33" y="20"/>
                    <a:pt x="31" y="2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/>
            </a:p>
          </p:txBody>
        </p:sp>
        <p:sp>
          <p:nvSpPr>
            <p:cNvPr id="44" name="Freeform 104"/>
            <p:cNvSpPr/>
            <p:nvPr/>
          </p:nvSpPr>
          <p:spPr bwMode="auto">
            <a:xfrm>
              <a:off x="6905625" y="5986463"/>
              <a:ext cx="123825" cy="111125"/>
            </a:xfrm>
            <a:custGeom>
              <a:avLst/>
              <a:gdLst>
                <a:gd name="T0" fmla="*/ 7 w 21"/>
                <a:gd name="T1" fmla="*/ 17 h 19"/>
                <a:gd name="T2" fmla="*/ 21 w 21"/>
                <a:gd name="T3" fmla="*/ 3 h 19"/>
                <a:gd name="T4" fmla="*/ 10 w 21"/>
                <a:gd name="T5" fmla="*/ 3 h 19"/>
                <a:gd name="T6" fmla="*/ 1 w 21"/>
                <a:gd name="T7" fmla="*/ 12 h 19"/>
                <a:gd name="T8" fmla="*/ 1 w 21"/>
                <a:gd name="T9" fmla="*/ 17 h 19"/>
                <a:gd name="T10" fmla="*/ 7 w 21"/>
                <a:gd name="T11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19" extrusionOk="0">
                  <a:moveTo>
                    <a:pt x="7" y="17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8" y="0"/>
                    <a:pt x="13" y="0"/>
                    <a:pt x="10" y="3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3"/>
                    <a:pt x="0" y="16"/>
                    <a:pt x="1" y="17"/>
                  </a:cubicBezTo>
                  <a:cubicBezTo>
                    <a:pt x="3" y="19"/>
                    <a:pt x="5" y="19"/>
                    <a:pt x="7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/>
            </a:p>
          </p:txBody>
        </p:sp>
        <p:sp>
          <p:nvSpPr>
            <p:cNvPr id="45" name="Freeform 105"/>
            <p:cNvSpPr/>
            <p:nvPr/>
          </p:nvSpPr>
          <p:spPr bwMode="auto">
            <a:xfrm>
              <a:off x="7053263" y="6121400"/>
              <a:ext cx="111125" cy="123825"/>
            </a:xfrm>
            <a:custGeom>
              <a:avLst/>
              <a:gdLst>
                <a:gd name="T0" fmla="*/ 2 w 19"/>
                <a:gd name="T1" fmla="*/ 14 h 21"/>
                <a:gd name="T2" fmla="*/ 2 w 19"/>
                <a:gd name="T3" fmla="*/ 20 h 21"/>
                <a:gd name="T4" fmla="*/ 7 w 19"/>
                <a:gd name="T5" fmla="*/ 20 h 21"/>
                <a:gd name="T6" fmla="*/ 16 w 19"/>
                <a:gd name="T7" fmla="*/ 11 h 21"/>
                <a:gd name="T8" fmla="*/ 16 w 19"/>
                <a:gd name="T9" fmla="*/ 0 h 21"/>
                <a:gd name="T10" fmla="*/ 2 w 19"/>
                <a:gd name="T1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1" extrusionOk="0">
                  <a:moveTo>
                    <a:pt x="2" y="14"/>
                  </a:moveTo>
                  <a:cubicBezTo>
                    <a:pt x="0" y="16"/>
                    <a:pt x="0" y="18"/>
                    <a:pt x="2" y="20"/>
                  </a:cubicBezTo>
                  <a:cubicBezTo>
                    <a:pt x="3" y="21"/>
                    <a:pt x="6" y="21"/>
                    <a:pt x="7" y="20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9" y="8"/>
                    <a:pt x="19" y="3"/>
                    <a:pt x="16" y="0"/>
                  </a:cubicBezTo>
                  <a:lnTo>
                    <a:pt x="2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/>
            </a:p>
          </p:txBody>
        </p:sp>
        <p:sp>
          <p:nvSpPr>
            <p:cNvPr id="46" name="Freeform 106"/>
            <p:cNvSpPr/>
            <p:nvPr/>
          </p:nvSpPr>
          <p:spPr bwMode="auto">
            <a:xfrm>
              <a:off x="6981826" y="6103938"/>
              <a:ext cx="65088" cy="63500"/>
            </a:xfrm>
            <a:custGeom>
              <a:avLst/>
              <a:gdLst>
                <a:gd name="T0" fmla="*/ 1 w 11"/>
                <a:gd name="T1" fmla="*/ 2 h 11"/>
                <a:gd name="T2" fmla="*/ 1 w 11"/>
                <a:gd name="T3" fmla="*/ 4 h 11"/>
                <a:gd name="T4" fmla="*/ 7 w 11"/>
                <a:gd name="T5" fmla="*/ 10 h 11"/>
                <a:gd name="T6" fmla="*/ 9 w 11"/>
                <a:gd name="T7" fmla="*/ 10 h 11"/>
                <a:gd name="T8" fmla="*/ 11 w 11"/>
                <a:gd name="T9" fmla="*/ 9 h 11"/>
                <a:gd name="T10" fmla="*/ 2 w 11"/>
                <a:gd name="T11" fmla="*/ 0 h 11"/>
                <a:gd name="T12" fmla="*/ 1 w 11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1" extrusionOk="0">
                  <a:moveTo>
                    <a:pt x="1" y="2"/>
                  </a:moveTo>
                  <a:cubicBezTo>
                    <a:pt x="0" y="2"/>
                    <a:pt x="0" y="4"/>
                    <a:pt x="1" y="4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7" y="11"/>
                    <a:pt x="9" y="11"/>
                    <a:pt x="9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1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/>
            </a:p>
          </p:txBody>
        </p:sp>
        <p:sp>
          <p:nvSpPr>
            <p:cNvPr id="47" name="Freeform 107"/>
            <p:cNvSpPr/>
            <p:nvPr/>
          </p:nvSpPr>
          <p:spPr bwMode="auto">
            <a:xfrm>
              <a:off x="6894513" y="6138863"/>
              <a:ext cx="117475" cy="117475"/>
            </a:xfrm>
            <a:custGeom>
              <a:avLst/>
              <a:gdLst>
                <a:gd name="T0" fmla="*/ 0 w 20"/>
                <a:gd name="T1" fmla="*/ 20 h 20"/>
                <a:gd name="T2" fmla="*/ 16 w 20"/>
                <a:gd name="T3" fmla="*/ 4 h 20"/>
                <a:gd name="T4" fmla="*/ 0 w 20"/>
                <a:gd name="T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20" extrusionOk="0">
                  <a:moveTo>
                    <a:pt x="0" y="20"/>
                  </a:moveTo>
                  <a:cubicBezTo>
                    <a:pt x="8" y="16"/>
                    <a:pt x="20" y="8"/>
                    <a:pt x="16" y="4"/>
                  </a:cubicBezTo>
                  <a:cubicBezTo>
                    <a:pt x="12" y="0"/>
                    <a:pt x="4" y="12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400"/>
            </a:p>
          </p:txBody>
        </p:sp>
      </p:grpSp>
      <p:grpSp>
        <p:nvGrpSpPr>
          <p:cNvPr id="418368117" name="Group 47"/>
          <p:cNvGrpSpPr/>
          <p:nvPr/>
        </p:nvGrpSpPr>
        <p:grpSpPr bwMode="auto">
          <a:xfrm>
            <a:off x="2884536" y="2304992"/>
            <a:ext cx="277610" cy="276782"/>
            <a:chOff x="2138511" y="2464802"/>
            <a:chExt cx="354012" cy="352956"/>
          </a:xfrm>
          <a:solidFill>
            <a:schemeClr val="accent2"/>
          </a:solidFill>
        </p:grpSpPr>
        <p:sp>
          <p:nvSpPr>
            <p:cNvPr id="49" name="Oval 48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0" name="Freeform 49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778768987" name="Group 50"/>
          <p:cNvGrpSpPr/>
          <p:nvPr/>
        </p:nvGrpSpPr>
        <p:grpSpPr bwMode="auto">
          <a:xfrm>
            <a:off x="2907625" y="3407324"/>
            <a:ext cx="277610" cy="276782"/>
            <a:chOff x="2138511" y="2464802"/>
            <a:chExt cx="354012" cy="352956"/>
          </a:xfrm>
          <a:solidFill>
            <a:schemeClr val="accent3"/>
          </a:solidFill>
        </p:grpSpPr>
        <p:sp>
          <p:nvSpPr>
            <p:cNvPr id="52" name="Oval 51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3" name="Freeform 52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1083058267" name="Group 53"/>
          <p:cNvGrpSpPr/>
          <p:nvPr/>
        </p:nvGrpSpPr>
        <p:grpSpPr bwMode="auto">
          <a:xfrm>
            <a:off x="2916286" y="4434401"/>
            <a:ext cx="277610" cy="276782"/>
            <a:chOff x="2138511" y="2464802"/>
            <a:chExt cx="354012" cy="352956"/>
          </a:xfrm>
          <a:solidFill>
            <a:schemeClr val="accent5"/>
          </a:solidFill>
        </p:grpSpPr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799609838" name="Group 56"/>
          <p:cNvGrpSpPr/>
          <p:nvPr/>
        </p:nvGrpSpPr>
        <p:grpSpPr bwMode="auto">
          <a:xfrm>
            <a:off x="648619" y="1947532"/>
            <a:ext cx="2152910" cy="1043921"/>
            <a:chOff x="3115895" y="2382903"/>
            <a:chExt cx="1688314" cy="1044062"/>
          </a:xfrm>
        </p:grpSpPr>
        <p:sp>
          <p:nvSpPr>
            <p:cNvPr id="58" name="TextBox 57"/>
            <p:cNvSpPr txBox="1"/>
            <p:nvPr/>
          </p:nvSpPr>
          <p:spPr bwMode="auto">
            <a:xfrm>
              <a:off x="3812550" y="2382903"/>
              <a:ext cx="991659" cy="33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id-ID" sz="1600">
                  <a:solidFill>
                    <a:srgbClr val="48ACB5"/>
                  </a:solidFill>
                </a:rPr>
                <a:t>All India CAs </a:t>
              </a:r>
              <a:endParaRPr/>
            </a:p>
          </p:txBody>
        </p:sp>
        <p:sp>
          <p:nvSpPr>
            <p:cNvPr id="59" name="TextBox 58"/>
            <p:cNvSpPr txBox="1"/>
            <p:nvPr/>
          </p:nvSpPr>
          <p:spPr bwMode="auto">
            <a:xfrm>
              <a:off x="3115895" y="2595856"/>
              <a:ext cx="1688312" cy="831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</a:rPr>
                <a:t>Unlike other Campus, FAST Careers offers you to recruit from pool of </a:t>
              </a:r>
              <a:r>
                <a:rPr lang="en-US" sz="1200" b="1">
                  <a:solidFill>
                    <a:srgbClr val="1C5686"/>
                  </a:solidFill>
                </a:rPr>
                <a:t>6000+ </a:t>
              </a:r>
              <a:r>
                <a:rPr lang="en-US" sz="1200">
                  <a:solidFill>
                    <a:srgbClr val="1C5686"/>
                  </a:solidFill>
                </a:rPr>
                <a:t>CA freshers </a:t>
              </a:r>
              <a:r>
                <a:rPr lang="en-US" sz="1200">
                  <a:solidFill>
                    <a:schemeClr val="bg2">
                      <a:lumMod val="75000"/>
                    </a:schemeClr>
                  </a:solidFill>
                </a:rPr>
                <a:t>from across locations</a:t>
              </a:r>
              <a:endParaRPr/>
            </a:p>
          </p:txBody>
        </p:sp>
      </p:grpSp>
      <p:grpSp>
        <p:nvGrpSpPr>
          <p:cNvPr id="1584309958" name="Group 59"/>
          <p:cNvGrpSpPr/>
          <p:nvPr/>
        </p:nvGrpSpPr>
        <p:grpSpPr bwMode="auto">
          <a:xfrm>
            <a:off x="663047" y="3245823"/>
            <a:ext cx="2172967" cy="674590"/>
            <a:chOff x="3100166" y="3418610"/>
            <a:chExt cx="1704043" cy="674682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4085684" y="3418610"/>
              <a:ext cx="718525" cy="33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id-ID" sz="1600">
                  <a:solidFill>
                    <a:srgbClr val="48ACB5"/>
                  </a:solidFill>
                </a:rPr>
                <a:t>Rankers</a:t>
              </a:r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100166" y="3631564"/>
              <a:ext cx="1704043" cy="4617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200">
                  <a:solidFill>
                    <a:srgbClr val="1C5686"/>
                  </a:solidFill>
                </a:rPr>
                <a:t>All Top 50 AIRs </a:t>
              </a:r>
              <a:endParaRPr/>
            </a:p>
            <a:p>
              <a:pPr algn="r"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</a:rPr>
                <a:t>are expected  to participate</a:t>
              </a:r>
              <a:endParaRPr/>
            </a:p>
          </p:txBody>
        </p:sp>
      </p:grpSp>
      <p:grpSp>
        <p:nvGrpSpPr>
          <p:cNvPr id="2139815298" name="Group 62"/>
          <p:cNvGrpSpPr/>
          <p:nvPr/>
        </p:nvGrpSpPr>
        <p:grpSpPr bwMode="auto">
          <a:xfrm>
            <a:off x="628736" y="4133335"/>
            <a:ext cx="2172965" cy="859258"/>
            <a:chOff x="3100166" y="4433853"/>
            <a:chExt cx="1704042" cy="859374"/>
          </a:xfrm>
        </p:grpSpPr>
        <p:sp>
          <p:nvSpPr>
            <p:cNvPr id="64" name="TextBox 63"/>
            <p:cNvSpPr txBox="1"/>
            <p:nvPr/>
          </p:nvSpPr>
          <p:spPr bwMode="auto">
            <a:xfrm>
              <a:off x="4085683" y="4433853"/>
              <a:ext cx="718525" cy="33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id-ID" sz="1600">
                  <a:solidFill>
                    <a:srgbClr val="48ACB5"/>
                  </a:solidFill>
                </a:rPr>
                <a:t>Shortlist</a:t>
              </a:r>
            </a:p>
          </p:txBody>
        </p:sp>
        <p:sp>
          <p:nvSpPr>
            <p:cNvPr id="65" name="TextBox 64"/>
            <p:cNvSpPr txBox="1"/>
            <p:nvPr/>
          </p:nvSpPr>
          <p:spPr bwMode="auto">
            <a:xfrm>
              <a:off x="3100166" y="4646808"/>
              <a:ext cx="1704042" cy="646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</a:rPr>
                <a:t>Participating Companies will get candidate Profiles &amp; all details </a:t>
              </a:r>
              <a:r>
                <a:rPr lang="en-US" sz="1200">
                  <a:solidFill>
                    <a:srgbClr val="1C5686"/>
                  </a:solidFill>
                </a:rPr>
                <a:t>in XL for pre-drive shortlisting</a:t>
              </a:r>
              <a:endParaRPr/>
            </a:p>
          </p:txBody>
        </p:sp>
      </p:grpSp>
      <p:grpSp>
        <p:nvGrpSpPr>
          <p:cNvPr id="1910724454" name="Group 65"/>
          <p:cNvGrpSpPr/>
          <p:nvPr/>
        </p:nvGrpSpPr>
        <p:grpSpPr bwMode="auto">
          <a:xfrm>
            <a:off x="8848158" y="2308762"/>
            <a:ext cx="277610" cy="276782"/>
            <a:chOff x="2138511" y="2464802"/>
            <a:chExt cx="354012" cy="352956"/>
          </a:xfrm>
          <a:solidFill>
            <a:schemeClr val="accent2"/>
          </a:solidFill>
        </p:grpSpPr>
        <p:sp>
          <p:nvSpPr>
            <p:cNvPr id="67" name="Oval 66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8" name="Freeform 67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232678951" name="Group 68"/>
          <p:cNvGrpSpPr/>
          <p:nvPr/>
        </p:nvGrpSpPr>
        <p:grpSpPr bwMode="auto">
          <a:xfrm>
            <a:off x="8836300" y="3465405"/>
            <a:ext cx="277610" cy="276782"/>
            <a:chOff x="2138511" y="2464802"/>
            <a:chExt cx="354012" cy="352956"/>
          </a:xfrm>
          <a:solidFill>
            <a:schemeClr val="accent3"/>
          </a:solidFill>
        </p:grpSpPr>
        <p:sp>
          <p:nvSpPr>
            <p:cNvPr id="70" name="Oval 69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1" name="Freeform 70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1641599470" name="Group 71"/>
          <p:cNvGrpSpPr/>
          <p:nvPr/>
        </p:nvGrpSpPr>
        <p:grpSpPr bwMode="auto">
          <a:xfrm>
            <a:off x="8903496" y="4501734"/>
            <a:ext cx="277610" cy="276782"/>
            <a:chOff x="2138511" y="2464802"/>
            <a:chExt cx="354012" cy="352956"/>
          </a:xfrm>
          <a:solidFill>
            <a:schemeClr val="accent5"/>
          </a:solidFill>
        </p:grpSpPr>
        <p:sp>
          <p:nvSpPr>
            <p:cNvPr id="73" name="Oval 72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4" name="Freeform 73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1101473819" name="Group 74"/>
          <p:cNvGrpSpPr/>
          <p:nvPr/>
        </p:nvGrpSpPr>
        <p:grpSpPr bwMode="auto">
          <a:xfrm>
            <a:off x="9226239" y="1978033"/>
            <a:ext cx="2152248" cy="1043920"/>
            <a:chOff x="2615766" y="2382903"/>
            <a:chExt cx="1687795" cy="1044062"/>
          </a:xfrm>
        </p:grpSpPr>
        <p:sp>
          <p:nvSpPr>
            <p:cNvPr id="76" name="TextBox 75"/>
            <p:cNvSpPr txBox="1"/>
            <p:nvPr/>
          </p:nvSpPr>
          <p:spPr bwMode="auto">
            <a:xfrm>
              <a:off x="2615766" y="2382903"/>
              <a:ext cx="452095" cy="33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600">
                  <a:solidFill>
                    <a:srgbClr val="1C5686"/>
                  </a:solidFill>
                </a:rPr>
                <a:t>Date</a:t>
              </a:r>
              <a:endParaRPr lang="id-ID" sz="1400">
                <a:solidFill>
                  <a:srgbClr val="1C5686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 bwMode="auto">
            <a:xfrm>
              <a:off x="2615766" y="2595855"/>
              <a:ext cx="1687795" cy="831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 b="1" i="1">
                  <a:solidFill>
                    <a:schemeClr val="bg1">
                      <a:lumMod val="65000"/>
                    </a:schemeClr>
                  </a:solidFill>
                </a:rPr>
                <a:t>Virtual Campus - As per you choice</a:t>
              </a:r>
              <a:endParaRPr/>
            </a:p>
            <a:p>
              <a:pPr>
                <a:defRPr/>
              </a:pPr>
              <a:r>
                <a:rPr lang="en-US" sz="1200" b="1" i="1">
                  <a:solidFill>
                    <a:schemeClr val="bg1">
                      <a:lumMod val="65000"/>
                    </a:schemeClr>
                  </a:solidFill>
                </a:rPr>
                <a:t>Physical Campus – See next slide</a:t>
              </a:r>
              <a:endParaRPr lang="en-US" sz="12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878090496" name="Group 77"/>
          <p:cNvGrpSpPr/>
          <p:nvPr/>
        </p:nvGrpSpPr>
        <p:grpSpPr bwMode="auto">
          <a:xfrm>
            <a:off x="9251977" y="3155518"/>
            <a:ext cx="2152248" cy="1043923"/>
            <a:chOff x="2615766" y="3418610"/>
            <a:chExt cx="1687795" cy="1044064"/>
          </a:xfrm>
        </p:grpSpPr>
        <p:sp>
          <p:nvSpPr>
            <p:cNvPr id="79" name="TextBox 78"/>
            <p:cNvSpPr txBox="1"/>
            <p:nvPr/>
          </p:nvSpPr>
          <p:spPr bwMode="auto">
            <a:xfrm>
              <a:off x="2615766" y="3418610"/>
              <a:ext cx="493730" cy="33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600">
                  <a:solidFill>
                    <a:srgbClr val="1C5686"/>
                  </a:solidFill>
                </a:rPr>
                <a:t>Costs</a:t>
              </a:r>
              <a:endParaRPr lang="id-ID" sz="1400">
                <a:solidFill>
                  <a:srgbClr val="1C5686"/>
                </a:solidFill>
              </a:endParaRPr>
            </a:p>
          </p:txBody>
        </p:sp>
        <p:sp>
          <p:nvSpPr>
            <p:cNvPr id="80" name="TextBox 79"/>
            <p:cNvSpPr txBox="1"/>
            <p:nvPr/>
          </p:nvSpPr>
          <p:spPr bwMode="auto">
            <a:xfrm>
              <a:off x="2615766" y="3631564"/>
              <a:ext cx="1687795" cy="831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rgbClr val="48ACB5"/>
                  </a:solidFill>
                </a:rPr>
                <a:t>No Fixed / No Up-front Fees</a:t>
              </a:r>
              <a:r>
                <a:rPr lang="en-US" sz="1200">
                  <a:solidFill>
                    <a:schemeClr val="bg1">
                      <a:lumMod val="65000"/>
                    </a:schemeClr>
                  </a:solidFill>
                </a:rPr>
                <a:t>. Only Variable Fee, customized to meet large or small CA requirements</a:t>
              </a:r>
              <a:endParaRPr/>
            </a:p>
          </p:txBody>
        </p:sp>
      </p:grpSp>
      <p:grpSp>
        <p:nvGrpSpPr>
          <p:cNvPr id="506092448" name="Group 80"/>
          <p:cNvGrpSpPr/>
          <p:nvPr/>
        </p:nvGrpSpPr>
        <p:grpSpPr bwMode="auto">
          <a:xfrm>
            <a:off x="9275713" y="4302607"/>
            <a:ext cx="2152248" cy="951587"/>
            <a:chOff x="2615766" y="4433853"/>
            <a:chExt cx="1687795" cy="951718"/>
          </a:xfrm>
        </p:grpSpPr>
        <p:sp>
          <p:nvSpPr>
            <p:cNvPr id="82" name="TextBox 81"/>
            <p:cNvSpPr txBox="1"/>
            <p:nvPr/>
          </p:nvSpPr>
          <p:spPr bwMode="auto">
            <a:xfrm>
              <a:off x="2615766" y="4433853"/>
              <a:ext cx="1277894" cy="33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IN" sz="1600">
                  <a:solidFill>
                    <a:srgbClr val="1C5686"/>
                  </a:solidFill>
                </a:rPr>
                <a:t>Physical &amp; </a:t>
              </a:r>
              <a:r>
                <a:rPr lang="id-ID" sz="1600">
                  <a:solidFill>
                    <a:srgbClr val="1C5686"/>
                  </a:solidFill>
                </a:rPr>
                <a:t>Virtual</a:t>
              </a:r>
              <a:endParaRPr lang="id-ID" sz="1400">
                <a:solidFill>
                  <a:srgbClr val="1C5686"/>
                </a:solidFill>
              </a:endParaRPr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2615766" y="4646806"/>
              <a:ext cx="1687795" cy="738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</a:rPr>
                <a:t>Campus </a:t>
              </a:r>
              <a:r>
                <a:rPr lang="en-US" sz="1400" b="1">
                  <a:solidFill>
                    <a:srgbClr val="48ACB5"/>
                  </a:solidFill>
                </a:rPr>
                <a:t>organized virtually as well as physically. </a:t>
              </a:r>
              <a:r>
                <a:rPr lang="en-US" sz="1400">
                  <a:solidFill>
                    <a:srgbClr val="48ACB5"/>
                  </a:solidFill>
                </a:rPr>
                <a:t>Join any</a:t>
              </a:r>
              <a:endParaRPr lang="en-US" sz="12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1488301794" name="Group 83"/>
          <p:cNvGrpSpPr/>
          <p:nvPr/>
        </p:nvGrpSpPr>
        <p:grpSpPr bwMode="auto">
          <a:xfrm>
            <a:off x="8952893" y="5625563"/>
            <a:ext cx="277610" cy="276782"/>
            <a:chOff x="2138511" y="2464802"/>
            <a:chExt cx="354012" cy="352956"/>
          </a:xfrm>
          <a:solidFill>
            <a:schemeClr val="accent5"/>
          </a:solidFill>
        </p:grpSpPr>
        <p:sp>
          <p:nvSpPr>
            <p:cNvPr id="85" name="Oval 84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6" name="Freeform 85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824955209" name="Group 86"/>
          <p:cNvGrpSpPr/>
          <p:nvPr/>
        </p:nvGrpSpPr>
        <p:grpSpPr bwMode="auto">
          <a:xfrm>
            <a:off x="9226240" y="5283014"/>
            <a:ext cx="2163959" cy="1043922"/>
            <a:chOff x="2615766" y="4433853"/>
            <a:chExt cx="1696980" cy="1044063"/>
          </a:xfrm>
        </p:grpSpPr>
        <p:sp>
          <p:nvSpPr>
            <p:cNvPr id="88" name="TextBox 87"/>
            <p:cNvSpPr txBox="1"/>
            <p:nvPr/>
          </p:nvSpPr>
          <p:spPr bwMode="auto">
            <a:xfrm>
              <a:off x="2615766" y="4433853"/>
              <a:ext cx="1544748" cy="3386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id-ID" sz="1600">
                  <a:solidFill>
                    <a:srgbClr val="1C5686"/>
                  </a:solidFill>
                </a:rPr>
                <a:t>Post Offer Follow-ups</a:t>
              </a:r>
            </a:p>
          </p:txBody>
        </p:sp>
        <p:sp>
          <p:nvSpPr>
            <p:cNvPr id="89" name="TextBox 88"/>
            <p:cNvSpPr txBox="1"/>
            <p:nvPr/>
          </p:nvSpPr>
          <p:spPr bwMode="auto">
            <a:xfrm>
              <a:off x="2615766" y="4646807"/>
              <a:ext cx="1696980" cy="831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sz="1200">
                  <a:solidFill>
                    <a:schemeClr val="bg1">
                      <a:lumMod val="65000"/>
                    </a:schemeClr>
                  </a:solidFill>
                </a:rPr>
                <a:t>Our model rewards us only on candidate joining the company, hence we have equal stakes involved to </a:t>
              </a:r>
              <a:r>
                <a:rPr lang="en-US" sz="1200">
                  <a:solidFill>
                    <a:srgbClr val="48ACB5"/>
                  </a:solidFill>
                </a:rPr>
                <a:t>ensure conversions</a:t>
              </a:r>
              <a:endParaRPr/>
            </a:p>
          </p:txBody>
        </p:sp>
      </p:grpSp>
      <p:sp>
        <p:nvSpPr>
          <p:cNvPr id="1775329182" name="Freeform 49"/>
          <p:cNvSpPr>
            <a:spLocks noChangeAspect="1" noEditPoints="1"/>
          </p:cNvSpPr>
          <p:nvPr/>
        </p:nvSpPr>
        <p:spPr bwMode="auto">
          <a:xfrm>
            <a:off x="5853752" y="4269926"/>
            <a:ext cx="422628" cy="359952"/>
          </a:xfrm>
          <a:custGeom>
            <a:avLst/>
            <a:gdLst>
              <a:gd name="T0" fmla="*/ 182 w 400"/>
              <a:gd name="T1" fmla="*/ 180 h 340"/>
              <a:gd name="T2" fmla="*/ 218 w 400"/>
              <a:gd name="T3" fmla="*/ 180 h 340"/>
              <a:gd name="T4" fmla="*/ 218 w 400"/>
              <a:gd name="T5" fmla="*/ 220 h 340"/>
              <a:gd name="T6" fmla="*/ 400 w 400"/>
              <a:gd name="T7" fmla="*/ 220 h 340"/>
              <a:gd name="T8" fmla="*/ 396 w 400"/>
              <a:gd name="T9" fmla="*/ 103 h 340"/>
              <a:gd name="T10" fmla="*/ 356 w 400"/>
              <a:gd name="T11" fmla="*/ 60 h 340"/>
              <a:gd name="T12" fmla="*/ 292 w 400"/>
              <a:gd name="T13" fmla="*/ 60 h 340"/>
              <a:gd name="T14" fmla="*/ 268 w 400"/>
              <a:gd name="T15" fmla="*/ 15 h 340"/>
              <a:gd name="T16" fmla="*/ 244 w 400"/>
              <a:gd name="T17" fmla="*/ 0 h 340"/>
              <a:gd name="T18" fmla="*/ 155 w 400"/>
              <a:gd name="T19" fmla="*/ 0 h 340"/>
              <a:gd name="T20" fmla="*/ 132 w 400"/>
              <a:gd name="T21" fmla="*/ 15 h 340"/>
              <a:gd name="T22" fmla="*/ 108 w 400"/>
              <a:gd name="T23" fmla="*/ 60 h 340"/>
              <a:gd name="T24" fmla="*/ 44 w 400"/>
              <a:gd name="T25" fmla="*/ 60 h 340"/>
              <a:gd name="T26" fmla="*/ 4 w 400"/>
              <a:gd name="T27" fmla="*/ 103 h 340"/>
              <a:gd name="T28" fmla="*/ 0 w 400"/>
              <a:gd name="T29" fmla="*/ 220 h 340"/>
              <a:gd name="T30" fmla="*/ 182 w 400"/>
              <a:gd name="T31" fmla="*/ 220 h 340"/>
              <a:gd name="T32" fmla="*/ 182 w 400"/>
              <a:gd name="T33" fmla="*/ 180 h 340"/>
              <a:gd name="T34" fmla="*/ 153 w 400"/>
              <a:gd name="T35" fmla="*/ 38 h 340"/>
              <a:gd name="T36" fmla="*/ 169 w 400"/>
              <a:gd name="T37" fmla="*/ 28 h 340"/>
              <a:gd name="T38" fmla="*/ 230 w 400"/>
              <a:gd name="T39" fmla="*/ 28 h 340"/>
              <a:gd name="T40" fmla="*/ 247 w 400"/>
              <a:gd name="T41" fmla="*/ 38 h 340"/>
              <a:gd name="T42" fmla="*/ 258 w 400"/>
              <a:gd name="T43" fmla="*/ 60 h 340"/>
              <a:gd name="T44" fmla="*/ 141 w 400"/>
              <a:gd name="T45" fmla="*/ 60 h 340"/>
              <a:gd name="T46" fmla="*/ 153 w 400"/>
              <a:gd name="T47" fmla="*/ 38 h 340"/>
              <a:gd name="T48" fmla="*/ 218 w 400"/>
              <a:gd name="T49" fmla="*/ 280 h 340"/>
              <a:gd name="T50" fmla="*/ 182 w 400"/>
              <a:gd name="T51" fmla="*/ 280 h 340"/>
              <a:gd name="T52" fmla="*/ 182 w 400"/>
              <a:gd name="T53" fmla="*/ 240 h 340"/>
              <a:gd name="T54" fmla="*/ 10 w 400"/>
              <a:gd name="T55" fmla="*/ 240 h 340"/>
              <a:gd name="T56" fmla="*/ 14 w 400"/>
              <a:gd name="T57" fmla="*/ 306 h 340"/>
              <a:gd name="T58" fmla="*/ 50 w 400"/>
              <a:gd name="T59" fmla="*/ 340 h 340"/>
              <a:gd name="T60" fmla="*/ 350 w 400"/>
              <a:gd name="T61" fmla="*/ 340 h 340"/>
              <a:gd name="T62" fmla="*/ 386 w 400"/>
              <a:gd name="T63" fmla="*/ 306 h 340"/>
              <a:gd name="T64" fmla="*/ 390 w 400"/>
              <a:gd name="T65" fmla="*/ 240 h 340"/>
              <a:gd name="T66" fmla="*/ 218 w 400"/>
              <a:gd name="T67" fmla="*/ 240 h 340"/>
              <a:gd name="T68" fmla="*/ 218 w 400"/>
              <a:gd name="T69" fmla="*/ 28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00" h="340" extrusionOk="0">
                <a:moveTo>
                  <a:pt x="182" y="180"/>
                </a:moveTo>
                <a:cubicBezTo>
                  <a:pt x="218" y="180"/>
                  <a:pt x="218" y="180"/>
                  <a:pt x="218" y="180"/>
                </a:cubicBezTo>
                <a:cubicBezTo>
                  <a:pt x="218" y="220"/>
                  <a:pt x="218" y="220"/>
                  <a:pt x="218" y="220"/>
                </a:cubicBezTo>
                <a:cubicBezTo>
                  <a:pt x="400" y="220"/>
                  <a:pt x="400" y="220"/>
                  <a:pt x="400" y="220"/>
                </a:cubicBezTo>
                <a:cubicBezTo>
                  <a:pt x="400" y="220"/>
                  <a:pt x="397" y="131"/>
                  <a:pt x="396" y="103"/>
                </a:cubicBezTo>
                <a:cubicBezTo>
                  <a:pt x="395" y="76"/>
                  <a:pt x="385" y="60"/>
                  <a:pt x="356" y="60"/>
                </a:cubicBezTo>
                <a:cubicBezTo>
                  <a:pt x="292" y="60"/>
                  <a:pt x="292" y="60"/>
                  <a:pt x="292" y="60"/>
                </a:cubicBezTo>
                <a:cubicBezTo>
                  <a:pt x="282" y="41"/>
                  <a:pt x="271" y="21"/>
                  <a:pt x="268" y="15"/>
                </a:cubicBezTo>
                <a:cubicBezTo>
                  <a:pt x="261" y="2"/>
                  <a:pt x="259" y="0"/>
                  <a:pt x="244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141" y="0"/>
                  <a:pt x="138" y="2"/>
                  <a:pt x="132" y="15"/>
                </a:cubicBezTo>
                <a:cubicBezTo>
                  <a:pt x="129" y="21"/>
                  <a:pt x="118" y="41"/>
                  <a:pt x="108" y="60"/>
                </a:cubicBezTo>
                <a:cubicBezTo>
                  <a:pt x="44" y="60"/>
                  <a:pt x="44" y="60"/>
                  <a:pt x="44" y="60"/>
                </a:cubicBezTo>
                <a:cubicBezTo>
                  <a:pt x="14" y="60"/>
                  <a:pt x="5" y="76"/>
                  <a:pt x="4" y="103"/>
                </a:cubicBezTo>
                <a:cubicBezTo>
                  <a:pt x="3" y="129"/>
                  <a:pt x="0" y="220"/>
                  <a:pt x="0" y="220"/>
                </a:cubicBezTo>
                <a:cubicBezTo>
                  <a:pt x="182" y="220"/>
                  <a:pt x="182" y="220"/>
                  <a:pt x="182" y="220"/>
                </a:cubicBezTo>
                <a:lnTo>
                  <a:pt x="182" y="180"/>
                </a:lnTo>
                <a:close/>
                <a:moveTo>
                  <a:pt x="153" y="38"/>
                </a:moveTo>
                <a:cubicBezTo>
                  <a:pt x="157" y="30"/>
                  <a:pt x="159" y="28"/>
                  <a:pt x="169" y="28"/>
                </a:cubicBezTo>
                <a:cubicBezTo>
                  <a:pt x="230" y="28"/>
                  <a:pt x="230" y="28"/>
                  <a:pt x="230" y="28"/>
                </a:cubicBezTo>
                <a:cubicBezTo>
                  <a:pt x="241" y="28"/>
                  <a:pt x="242" y="30"/>
                  <a:pt x="247" y="38"/>
                </a:cubicBezTo>
                <a:cubicBezTo>
                  <a:pt x="248" y="41"/>
                  <a:pt x="253" y="50"/>
                  <a:pt x="258" y="60"/>
                </a:cubicBezTo>
                <a:cubicBezTo>
                  <a:pt x="141" y="60"/>
                  <a:pt x="141" y="60"/>
                  <a:pt x="141" y="60"/>
                </a:cubicBezTo>
                <a:cubicBezTo>
                  <a:pt x="146" y="50"/>
                  <a:pt x="151" y="41"/>
                  <a:pt x="153" y="38"/>
                </a:cubicBezTo>
                <a:close/>
                <a:moveTo>
                  <a:pt x="218" y="280"/>
                </a:moveTo>
                <a:cubicBezTo>
                  <a:pt x="182" y="280"/>
                  <a:pt x="182" y="280"/>
                  <a:pt x="182" y="280"/>
                </a:cubicBezTo>
                <a:cubicBezTo>
                  <a:pt x="182" y="240"/>
                  <a:pt x="182" y="240"/>
                  <a:pt x="182" y="240"/>
                </a:cubicBezTo>
                <a:cubicBezTo>
                  <a:pt x="10" y="240"/>
                  <a:pt x="10" y="240"/>
                  <a:pt x="10" y="240"/>
                </a:cubicBezTo>
                <a:cubicBezTo>
                  <a:pt x="10" y="240"/>
                  <a:pt x="12" y="276"/>
                  <a:pt x="14" y="306"/>
                </a:cubicBezTo>
                <a:cubicBezTo>
                  <a:pt x="14" y="319"/>
                  <a:pt x="18" y="340"/>
                  <a:pt x="50" y="340"/>
                </a:cubicBezTo>
                <a:cubicBezTo>
                  <a:pt x="350" y="340"/>
                  <a:pt x="350" y="340"/>
                  <a:pt x="350" y="340"/>
                </a:cubicBezTo>
                <a:cubicBezTo>
                  <a:pt x="381" y="340"/>
                  <a:pt x="385" y="319"/>
                  <a:pt x="386" y="306"/>
                </a:cubicBezTo>
                <a:cubicBezTo>
                  <a:pt x="388" y="275"/>
                  <a:pt x="390" y="240"/>
                  <a:pt x="390" y="240"/>
                </a:cubicBezTo>
                <a:cubicBezTo>
                  <a:pt x="218" y="240"/>
                  <a:pt x="218" y="240"/>
                  <a:pt x="218" y="240"/>
                </a:cubicBezTo>
                <a:lnTo>
                  <a:pt x="218" y="28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 sz="1400">
              <a:solidFill>
                <a:schemeClr val="bg1">
                  <a:lumMod val="65000"/>
                </a:schemeClr>
              </a:solidFill>
              <a:latin typeface="Lato"/>
            </a:endParaRPr>
          </a:p>
        </p:txBody>
      </p:sp>
      <p:grpSp>
        <p:nvGrpSpPr>
          <p:cNvPr id="2147037776" name="Group 90"/>
          <p:cNvGrpSpPr/>
          <p:nvPr/>
        </p:nvGrpSpPr>
        <p:grpSpPr bwMode="auto">
          <a:xfrm>
            <a:off x="2890116" y="5592455"/>
            <a:ext cx="277610" cy="276782"/>
            <a:chOff x="2138511" y="2464802"/>
            <a:chExt cx="354012" cy="352956"/>
          </a:xfrm>
          <a:solidFill>
            <a:schemeClr val="accent5"/>
          </a:solidFill>
        </p:grpSpPr>
        <p:sp>
          <p:nvSpPr>
            <p:cNvPr id="92" name="Oval 91"/>
            <p:cNvSpPr>
              <a:spLocks noChangeArrowheads="1"/>
            </p:cNvSpPr>
            <p:nvPr/>
          </p:nvSpPr>
          <p:spPr bwMode="auto">
            <a:xfrm>
              <a:off x="2229830" y="2555416"/>
              <a:ext cx="171376" cy="17172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3" name="Freeform 92"/>
            <p:cNvSpPr>
              <a:spLocks noEditPoints="1"/>
            </p:cNvSpPr>
            <p:nvPr/>
          </p:nvSpPr>
          <p:spPr bwMode="auto">
            <a:xfrm>
              <a:off x="2138511" y="2464802"/>
              <a:ext cx="354012" cy="352956"/>
            </a:xfrm>
            <a:custGeom>
              <a:avLst/>
              <a:gdLst>
                <a:gd name="T0" fmla="*/ 212 w 423"/>
                <a:gd name="T1" fmla="*/ 0 h 424"/>
                <a:gd name="T2" fmla="*/ 0 w 423"/>
                <a:gd name="T3" fmla="*/ 212 h 424"/>
                <a:gd name="T4" fmla="*/ 212 w 423"/>
                <a:gd name="T5" fmla="*/ 424 h 424"/>
                <a:gd name="T6" fmla="*/ 423 w 423"/>
                <a:gd name="T7" fmla="*/ 212 h 424"/>
                <a:gd name="T8" fmla="*/ 212 w 423"/>
                <a:gd name="T9" fmla="*/ 0 h 424"/>
                <a:gd name="T10" fmla="*/ 212 w 423"/>
                <a:gd name="T11" fmla="*/ 386 h 424"/>
                <a:gd name="T12" fmla="*/ 38 w 423"/>
                <a:gd name="T13" fmla="*/ 212 h 424"/>
                <a:gd name="T14" fmla="*/ 212 w 423"/>
                <a:gd name="T15" fmla="*/ 38 h 424"/>
                <a:gd name="T16" fmla="*/ 386 w 423"/>
                <a:gd name="T17" fmla="*/ 212 h 424"/>
                <a:gd name="T18" fmla="*/ 212 w 423"/>
                <a:gd name="T19" fmla="*/ 386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3" h="424" extrusionOk="0">
                  <a:moveTo>
                    <a:pt x="212" y="0"/>
                  </a:moveTo>
                  <a:cubicBezTo>
                    <a:pt x="95" y="0"/>
                    <a:pt x="0" y="95"/>
                    <a:pt x="0" y="212"/>
                  </a:cubicBezTo>
                  <a:cubicBezTo>
                    <a:pt x="0" y="329"/>
                    <a:pt x="95" y="424"/>
                    <a:pt x="212" y="424"/>
                  </a:cubicBezTo>
                  <a:cubicBezTo>
                    <a:pt x="329" y="424"/>
                    <a:pt x="423" y="329"/>
                    <a:pt x="423" y="212"/>
                  </a:cubicBezTo>
                  <a:cubicBezTo>
                    <a:pt x="423" y="95"/>
                    <a:pt x="329" y="0"/>
                    <a:pt x="212" y="0"/>
                  </a:cubicBezTo>
                  <a:close/>
                  <a:moveTo>
                    <a:pt x="212" y="386"/>
                  </a:moveTo>
                  <a:cubicBezTo>
                    <a:pt x="116" y="386"/>
                    <a:pt x="38" y="308"/>
                    <a:pt x="38" y="212"/>
                  </a:cubicBezTo>
                  <a:cubicBezTo>
                    <a:pt x="38" y="116"/>
                    <a:pt x="116" y="38"/>
                    <a:pt x="212" y="38"/>
                  </a:cubicBezTo>
                  <a:cubicBezTo>
                    <a:pt x="308" y="38"/>
                    <a:pt x="386" y="116"/>
                    <a:pt x="386" y="212"/>
                  </a:cubicBezTo>
                  <a:cubicBezTo>
                    <a:pt x="386" y="308"/>
                    <a:pt x="308" y="386"/>
                    <a:pt x="212" y="386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id-ID" sz="16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616871044" name="Group 93"/>
          <p:cNvGrpSpPr/>
          <p:nvPr/>
        </p:nvGrpSpPr>
        <p:grpSpPr bwMode="auto">
          <a:xfrm>
            <a:off x="630634" y="5214017"/>
            <a:ext cx="2172965" cy="1015663"/>
            <a:chOff x="3100166" y="4433855"/>
            <a:chExt cx="1704042" cy="1015799"/>
          </a:xfrm>
        </p:grpSpPr>
        <p:sp>
          <p:nvSpPr>
            <p:cNvPr id="95" name="TextBox 94"/>
            <p:cNvSpPr txBox="1"/>
            <p:nvPr/>
          </p:nvSpPr>
          <p:spPr bwMode="auto">
            <a:xfrm>
              <a:off x="3231306" y="4433855"/>
              <a:ext cx="1572902" cy="10157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id-ID" sz="1600">
                  <a:solidFill>
                    <a:srgbClr val="48ACB5"/>
                  </a:solidFill>
                </a:rPr>
                <a:t>www.fast-india.com</a:t>
              </a:r>
            </a:p>
            <a:p>
              <a:pPr algn="r">
                <a:defRPr/>
              </a:pPr>
              <a:r>
                <a:rPr lang="id-ID" sz="1100">
                  <a:solidFill>
                    <a:schemeClr val="bg1">
                      <a:lumMod val="50000"/>
                    </a:schemeClr>
                  </a:solidFill>
                </a:rPr>
                <a:t>Candidates apply on our ERP based portal which attracts freshly qualified CAs more than that in any other job portal</a:t>
              </a:r>
              <a:endParaRPr/>
            </a:p>
          </p:txBody>
        </p:sp>
        <p:sp>
          <p:nvSpPr>
            <p:cNvPr id="96" name="TextBox 95"/>
            <p:cNvSpPr txBox="1"/>
            <p:nvPr/>
          </p:nvSpPr>
          <p:spPr bwMode="auto">
            <a:xfrm>
              <a:off x="3100166" y="4646806"/>
              <a:ext cx="1704042" cy="277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endParaRPr lang="en-US" sz="120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16758864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2485" y="421774"/>
            <a:ext cx="372612" cy="365958"/>
          </a:xfrm>
          <a:prstGeom prst="rect">
            <a:avLst/>
          </a:prstGeom>
        </p:spPr>
      </p:pic>
      <p:pic>
        <p:nvPicPr>
          <p:cNvPr id="9953627" name="Picture 1" descr="A picture containing text, clipart&#10;&#10;Description automatically generated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14845" y="277863"/>
            <a:ext cx="1630123" cy="680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:push dir="r"/>
      </p:transition>
    </mc:Choice>
    <mc:Fallback xmlns:w="http://schemas.openxmlformats.org/wordprocessingml/2006/main" xmlns:m="http://schemas.openxmlformats.org/officeDocument/2006/math" xmlns="">
      <p:transition spd="med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81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1781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2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0" dur="500"/>
                                        <p:tgtEl>
                                          <p:spTgt spid="127821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9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6090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6090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609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3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5387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95387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953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73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0173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0173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0173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98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5982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35982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3598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443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443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4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8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0082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0082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008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97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1975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1975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2197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32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75329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75329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75329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36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8368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8368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836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60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9960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6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78768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78768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7876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30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8430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05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83058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83058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8305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81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3981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703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47037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47037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4703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1687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72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10724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10724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1072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47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01473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67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2678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2678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267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09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7809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9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641599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641599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64159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09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0609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30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488301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88301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48830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5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2495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7818584" grpId="0"/>
      <p:bldP spid="1635982890" grpId="0" animBg="1"/>
      <p:bldP spid="41443018" grpId="0" animBg="1"/>
      <p:bldP spid="177532918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29340360" name="Group 8"/>
          <p:cNvGrpSpPr/>
          <p:nvPr/>
        </p:nvGrpSpPr>
        <p:grpSpPr bwMode="auto">
          <a:xfrm>
            <a:off x="1598775" y="1369560"/>
            <a:ext cx="9006248" cy="4446334"/>
            <a:chOff x="1598775" y="1220703"/>
            <a:chExt cx="9006248" cy="4446334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1598775" y="1220703"/>
              <a:ext cx="8994450" cy="4416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28700" b="1">
                  <a:solidFill>
                    <a:schemeClr val="bg1"/>
                  </a:solidFill>
                  <a:latin typeface="Poppins"/>
                  <a:cs typeface="Poppins"/>
                </a:rPr>
                <a:t>2025</a:t>
              </a:r>
              <a:endParaRPr/>
            </a:p>
          </p:txBody>
        </p:sp>
        <p:sp>
          <p:nvSpPr>
            <p:cNvPr id="8" name="TextBox 7"/>
            <p:cNvSpPr txBox="1"/>
            <p:nvPr/>
          </p:nvSpPr>
          <p:spPr bwMode="auto">
            <a:xfrm>
              <a:off x="1610573" y="1250443"/>
              <a:ext cx="8994450" cy="441659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defRPr/>
              </a:pPr>
              <a:r>
                <a:rPr lang="en-US" sz="28700" b="1" dirty="0">
                  <a:solidFill>
                    <a:schemeClr val="bg1"/>
                  </a:solidFill>
                  <a:latin typeface="Poppins"/>
                  <a:cs typeface="Poppins"/>
                </a:rPr>
                <a:t>2025</a:t>
              </a:r>
              <a:endParaRPr dirty="0"/>
            </a:p>
          </p:txBody>
        </p:sp>
      </p:grpSp>
      <p:sp>
        <p:nvSpPr>
          <p:cNvPr id="350747799" name="Rectangle: Rounded Corners 41"/>
          <p:cNvSpPr/>
          <p:nvPr/>
        </p:nvSpPr>
        <p:spPr bwMode="auto">
          <a:xfrm>
            <a:off x="5709437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771846725" name="Rectangle: Rounded Corners 43"/>
          <p:cNvSpPr/>
          <p:nvPr/>
        </p:nvSpPr>
        <p:spPr bwMode="auto">
          <a:xfrm>
            <a:off x="6039814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726493294" name="Rectangle: Rounded Corners 44"/>
          <p:cNvSpPr/>
          <p:nvPr/>
        </p:nvSpPr>
        <p:spPr bwMode="auto">
          <a:xfrm>
            <a:off x="6370188" y="2471620"/>
            <a:ext cx="124701" cy="124701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382831269" name="TextBox 16"/>
          <p:cNvSpPr txBox="1"/>
          <p:nvPr/>
        </p:nvSpPr>
        <p:spPr bwMode="auto">
          <a:xfrm>
            <a:off x="1237739" y="2573164"/>
            <a:ext cx="9604150" cy="264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8000" b="1" spc="-15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FAST CA Campus </a:t>
            </a:r>
            <a:br>
              <a:rPr lang="en-US" sz="8000" b="1" spc="-15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</a:br>
            <a:r>
              <a:rPr lang="en-US" sz="2400" b="1" spc="-150">
                <a:solidFill>
                  <a:schemeClr val="tx1">
                    <a:lumMod val="50000"/>
                    <a:lumOff val="50000"/>
                  </a:schemeClr>
                </a:solidFill>
                <a:latin typeface="Roboto"/>
                <a:ea typeface="Roboto"/>
                <a:cs typeface="Roboto"/>
              </a:rPr>
              <a:t>compared with</a:t>
            </a:r>
            <a:endParaRPr lang="en-US" sz="8000" b="1" spc="-150">
              <a:solidFill>
                <a:schemeClr val="tx1">
                  <a:lumMod val="50000"/>
                  <a:lumOff val="50000"/>
                </a:schemeClr>
              </a:solidFill>
              <a:latin typeface="Roboto"/>
              <a:ea typeface="Roboto"/>
              <a:cs typeface="Roboto"/>
            </a:endParaRPr>
          </a:p>
          <a:p>
            <a:pPr algn="ctr">
              <a:lnSpc>
                <a:spcPct val="90000"/>
              </a:lnSpc>
              <a:defRPr/>
            </a:pPr>
            <a:r>
              <a:rPr lang="en-US" sz="8000" b="1" spc="-150">
                <a:gradFill>
                  <a:gsLst>
                    <a:gs pos="15000">
                      <a:schemeClr val="accent1"/>
                    </a:gs>
                    <a:gs pos="100000">
                      <a:schemeClr val="accent2"/>
                    </a:gs>
                  </a:gsLst>
                  <a:path path="circle"/>
                </a:gradFill>
                <a:latin typeface="Roboto Black"/>
                <a:ea typeface="Roboto Black"/>
                <a:cs typeface="Poppins"/>
              </a:rPr>
              <a:t>ICAI Campus?</a:t>
            </a:r>
            <a:endParaRPr/>
          </a:p>
        </p:txBody>
      </p:sp>
      <p:sp>
        <p:nvSpPr>
          <p:cNvPr id="2117511377" name="TextBox 1"/>
          <p:cNvSpPr txBox="1"/>
          <p:nvPr/>
        </p:nvSpPr>
        <p:spPr bwMode="auto">
          <a:xfrm>
            <a:off x="2042091" y="5190730"/>
            <a:ext cx="81078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Poppins SemiBold"/>
                <a:cs typeface="Poppins SemiBold"/>
              </a:defRPr>
            </a:lvl1pPr>
          </a:lstStyle>
          <a:p>
            <a:pPr algn="ctr">
              <a:defRPr/>
            </a:pPr>
            <a:r>
              <a:rPr lang="en-US" sz="1600" spc="600"/>
              <a:t>FAST CAREER CONSULTANTS P LTD.</a:t>
            </a:r>
            <a:endParaRPr/>
          </a:p>
        </p:txBody>
      </p:sp>
      <p:sp>
        <p:nvSpPr>
          <p:cNvPr id="1970530174" name="Rectangle: Rounded Corners 38"/>
          <p:cNvSpPr/>
          <p:nvPr/>
        </p:nvSpPr>
        <p:spPr bwMode="auto">
          <a:xfrm>
            <a:off x="10282650" y="5306341"/>
            <a:ext cx="2164531" cy="53666"/>
          </a:xfrm>
          <a:prstGeom prst="roundRect">
            <a:avLst>
              <a:gd name="adj" fmla="val 50000"/>
            </a:avLst>
          </a:prstGeom>
          <a:gradFill>
            <a:gsLst>
              <a:gs pos="16000">
                <a:schemeClr val="accent1"/>
              </a:gs>
              <a:gs pos="84000">
                <a:schemeClr val="accent2"/>
              </a:gs>
            </a:gsLst>
            <a:lin ang="0" scaled="1"/>
          </a:gradFill>
          <a:ln>
            <a:noFill/>
          </a:ln>
          <a:effectLst>
            <a:outerShdw blurRad="190500" dist="114300" dir="2700000" sx="98000" sy="98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  <p:sp>
        <p:nvSpPr>
          <p:cNvPr id="303838776" name="Rectangle: Rounded Corners 38"/>
          <p:cNvSpPr/>
          <p:nvPr/>
        </p:nvSpPr>
        <p:spPr bwMode="auto">
          <a:xfrm>
            <a:off x="-255181" y="5306341"/>
            <a:ext cx="2164532" cy="53666"/>
          </a:xfrm>
          <a:prstGeom prst="roundRect">
            <a:avLst>
              <a:gd name="adj" fmla="val 50000"/>
            </a:avLst>
          </a:prstGeom>
          <a:gradFill>
            <a:gsLst>
              <a:gs pos="16000">
                <a:schemeClr val="accent1"/>
              </a:gs>
              <a:gs pos="84000">
                <a:schemeClr val="accent2"/>
              </a:gs>
            </a:gsLst>
            <a:lin ang="0" scaled="1"/>
          </a:gradFill>
          <a:ln>
            <a:noFill/>
          </a:ln>
          <a:effectLst>
            <a:outerShdw blurRad="190500" dist="114300" dir="2700000" sx="98000" sy="98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latin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34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29340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29340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29340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74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0747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0747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074779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074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44444E-6 L 0.03893 -4.44444E-6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3507477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84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771846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771846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7718467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771846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-0.01953 -4.44444E-6 " pathEditMode="relative" rAng="0" ptsTypes="AA">
                                      <p:cBhvr>
                                        <p:cTn id="25" dur="600" fill="hold"/>
                                        <p:tgtEl>
                                          <p:spTgt spid="7718467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493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00" fill="hold"/>
                                        <p:tgtEl>
                                          <p:spTgt spid="726493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fill="hold"/>
                                        <p:tgtEl>
                                          <p:spTgt spid="726493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00" fill="hold"/>
                                        <p:tgtEl>
                                          <p:spTgt spid="7264932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726493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3" presetClass="path" presetSubtype="0" accel="86667" decel="13333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-0.03893 -4.44444E-6 " pathEditMode="relative" rAng="0" ptsTypes="AA">
                                      <p:cBhvr>
                                        <p:cTn id="33" dur="700" fill="hold"/>
                                        <p:tgtEl>
                                          <p:spTgt spid="726493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83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283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51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175113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17511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17511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9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53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1970530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970530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83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03838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03838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747799" grpId="0" animBg="1"/>
      <p:bldP spid="350747799" grpId="1" animBg="1"/>
      <p:bldP spid="771846725" grpId="0" animBg="1"/>
      <p:bldP spid="771846725" grpId="1" animBg="1"/>
      <p:bldP spid="726493294" grpId="0" animBg="1"/>
      <p:bldP spid="726493294" grpId="1" animBg="1"/>
      <p:bldP spid="382831269" grpId="0"/>
      <p:bldP spid="2117511377" grpId="0"/>
      <p:bldP spid="1970530174" grpId="0" animBg="1"/>
      <p:bldP spid="30383877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221033" name="Title 1"/>
          <p:cNvSpPr>
            <a:spLocks noGrp="1"/>
          </p:cNvSpPr>
          <p:nvPr>
            <p:ph type="ctrTitle"/>
          </p:nvPr>
        </p:nvSpPr>
        <p:spPr bwMode="auto">
          <a:xfrm>
            <a:off x="1382882" y="370588"/>
            <a:ext cx="9848530" cy="765267"/>
          </a:xfrm>
        </p:spPr>
        <p:txBody>
          <a:bodyPr/>
          <a:lstStyle/>
          <a:p>
            <a:pPr algn="ctr">
              <a:defRPr/>
            </a:pPr>
            <a:r>
              <a:rPr lang="en-IN" sz="2800" b="1" dirty="0">
                <a:solidFill>
                  <a:schemeClr val="accent1"/>
                </a:solidFill>
              </a:rPr>
              <a:t>Comparative of CA Campus by ICAI &amp; FAST Careers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graphicFrame>
        <p:nvGraphicFramePr>
          <p:cNvPr id="935119812" name="Table 3"/>
          <p:cNvGraphicFramePr>
            <a:graphicFrameLocks noGrp="1"/>
          </p:cNvGraphicFramePr>
          <p:nvPr/>
        </p:nvGraphicFramePr>
        <p:xfrm>
          <a:off x="1499808" y="1153081"/>
          <a:ext cx="4924265" cy="54252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2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36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400"/>
                        <a:t>ICAI 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2400"/>
                        <a:t>CAMPUS</a:t>
                      </a:r>
                      <a:endParaRPr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Physical Mode Only </a:t>
                      </a:r>
                      <a:endParaRPr lang="en-US" sz="1600"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/>
                        <a:t>Candidates divided across Campus. To access all candidates Recruiter to participate separately in various city campuses</a:t>
                      </a:r>
                      <a:endParaRPr lang="en-US" sz="1600">
                        <a:solidFill>
                          <a:srgbClr val="002060"/>
                        </a:solidFill>
                      </a:endParaRPr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Fixed Costs Model. </a:t>
                      </a:r>
                      <a:r>
                        <a:rPr lang="en-US" sz="1600"/>
                        <a:t>Pay to participate, irrespective of candidate joining</a:t>
                      </a:r>
                      <a:endParaRPr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/>
                        <a:t>All CAs access and participate </a:t>
                      </a:r>
                      <a:endParaRPr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/>
                        <a:t>Company to do an excel shortlisting and manage candidates post offers</a:t>
                      </a:r>
                      <a:endParaRPr/>
                    </a:p>
                  </a:txBody>
                  <a:tcPr marL="60940" marR="60940" marT="30471" marB="3047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28192411" name="Picture 3" descr="C:\Users\sarthak jain\Desktop\unnamed.png"/>
          <p:cNvPicPr>
            <a:picLocks noChangeAspect="1" noChangeArrowheads="1"/>
          </p:cNvPicPr>
          <p:nvPr/>
        </p:nvPicPr>
        <p:blipFill>
          <a:blip r:embed="rId3"/>
          <a:srcRect r="59129" b="-12317"/>
          <a:stretch/>
        </p:blipFill>
        <p:spPr bwMode="auto">
          <a:xfrm>
            <a:off x="423116" y="185770"/>
            <a:ext cx="843075" cy="9673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449310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77492"/>
              </p:ext>
            </p:extLst>
          </p:nvPr>
        </p:nvGraphicFramePr>
        <p:xfrm>
          <a:off x="6424073" y="1153081"/>
          <a:ext cx="4924265" cy="54252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2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36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400"/>
                        <a:t>FAST Careers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2400"/>
                        <a:t>CA CAMPUS</a:t>
                      </a:r>
                      <a:endParaRPr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b="0">
                          <a:solidFill>
                            <a:srgbClr val="002060"/>
                          </a:solidFill>
                        </a:rPr>
                        <a:t>Options to recruit in </a:t>
                      </a:r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Physical mode or Virtual mode</a:t>
                      </a:r>
                      <a:r>
                        <a:rPr lang="en-US" sz="1600" b="0">
                          <a:solidFill>
                            <a:srgbClr val="002060"/>
                          </a:solidFill>
                        </a:rPr>
                        <a:t>.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600" b="0">
                          <a:solidFill>
                            <a:srgbClr val="002060"/>
                          </a:solidFill>
                        </a:rPr>
                        <a:t>Physical Campus currently only in Mumbai &amp; Delhi</a:t>
                      </a:r>
                      <a:endParaRPr lang="en-US" sz="1600" b="1">
                        <a:solidFill>
                          <a:srgbClr val="002060"/>
                        </a:solidFill>
                      </a:endParaRPr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>
                          <a:solidFill>
                            <a:srgbClr val="002060"/>
                          </a:solidFill>
                        </a:rPr>
                        <a:t>All candidates can apply to company of their wish with no city wise division made. Truly Recruiter gets chance to recruit from All India Pool in one go!</a:t>
                      </a:r>
                      <a:endParaRPr lang="en-US" sz="1600"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/>
                        <a:t>Charges - </a:t>
                      </a:r>
                      <a:r>
                        <a:rPr lang="en-US" sz="1600" b="1">
                          <a:solidFill>
                            <a:srgbClr val="002060"/>
                          </a:solidFill>
                        </a:rPr>
                        <a:t>Pay only if candidate joins. </a:t>
                      </a:r>
                      <a:endParaRPr/>
                    </a:p>
                    <a:p>
                      <a:pPr algn="ctr">
                        <a:defRPr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No fixed charges. No venue charges. No upfront fees. No minimum commitments. No conditions attached.</a:t>
                      </a:r>
                      <a:endParaRPr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/>
                        <a:t>All CAs can access, no fees from candidates, usually 40% to 50-60% of newly qualified CAs participate</a:t>
                      </a:r>
                      <a:endParaRPr dirty="0"/>
                    </a:p>
                  </a:txBody>
                  <a:tcPr marL="60940" marR="60940" marT="30471" marB="3047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84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600" dirty="0"/>
                        <a:t>FAST Careers provides excel database for shortlisting after initial on call screening. We also do post offer follow up for better conversions</a:t>
                      </a:r>
                      <a:endParaRPr dirty="0"/>
                    </a:p>
                  </a:txBody>
                  <a:tcPr marL="60940" marR="60940" marT="30471" marB="3047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7699758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tretch/>
        </p:blipFill>
        <p:spPr bwMode="auto">
          <a:xfrm>
            <a:off x="823" y="344913"/>
            <a:ext cx="12190354" cy="6857074"/>
          </a:xfrm>
        </p:spPr>
      </p:pic>
      <p:sp>
        <p:nvSpPr>
          <p:cNvPr id="739715052" name="TextBox 2"/>
          <p:cNvSpPr txBox="1"/>
          <p:nvPr/>
        </p:nvSpPr>
        <p:spPr bwMode="auto">
          <a:xfrm>
            <a:off x="823" y="146417"/>
            <a:ext cx="12190354" cy="1107867"/>
          </a:xfrm>
          <a:prstGeom prst="rect">
            <a:avLst/>
          </a:prstGeom>
          <a:solidFill>
            <a:schemeClr val="bg1">
              <a:alpha val="97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4800">
                <a:ln w="0"/>
                <a:solidFill>
                  <a:schemeClr val="accent1"/>
                </a:solidFill>
                <a:latin typeface="Modern Love"/>
              </a:rPr>
              <a:t>Looking to Recruit Only </a:t>
            </a:r>
            <a:r>
              <a:rPr lang="en-US" sz="4800">
                <a:ln w="0"/>
                <a:solidFill>
                  <a:srgbClr val="002060"/>
                </a:solidFill>
                <a:latin typeface="Modern Love"/>
              </a:rPr>
              <a:t>CA Rankers</a:t>
            </a:r>
            <a:r>
              <a:rPr lang="en-US" sz="4800">
                <a:ln w="0"/>
                <a:solidFill>
                  <a:schemeClr val="accent1"/>
                </a:solidFill>
                <a:latin typeface="Modern Love"/>
              </a:rPr>
              <a:t>! </a:t>
            </a:r>
            <a:endParaRPr/>
          </a:p>
        </p:txBody>
      </p:sp>
      <p:sp>
        <p:nvSpPr>
          <p:cNvPr id="679036865" name="Rectangle 5"/>
          <p:cNvSpPr/>
          <p:nvPr/>
        </p:nvSpPr>
        <p:spPr bwMode="auto">
          <a:xfrm>
            <a:off x="823" y="4826707"/>
            <a:ext cx="12190354" cy="1331134"/>
          </a:xfrm>
          <a:prstGeom prst="rect">
            <a:avLst/>
          </a:prstGeom>
          <a:solidFill>
            <a:srgbClr val="94D4D8">
              <a:alpha val="87000"/>
            </a:srgb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2800" dirty="0">
                <a:ln w="0"/>
                <a:solidFill>
                  <a:schemeClr val="bg1"/>
                </a:solidFill>
                <a:latin typeface="Modern Love"/>
              </a:rPr>
              <a:t>Contact us to know about </a:t>
            </a:r>
            <a:endParaRPr dirty="0"/>
          </a:p>
          <a:p>
            <a:pPr algn="ctr">
              <a:lnSpc>
                <a:spcPct val="150000"/>
              </a:lnSpc>
              <a:defRPr/>
            </a:pPr>
            <a:r>
              <a:rPr lang="en-US" sz="2800" dirty="0">
                <a:ln w="0"/>
                <a:latin typeface="Modern Love"/>
              </a:rPr>
              <a:t>FAST All India CA Ranker Campus, 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9600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222897" name="TextBox 1"/>
          <p:cNvSpPr txBox="1"/>
          <p:nvPr/>
        </p:nvSpPr>
        <p:spPr bwMode="auto">
          <a:xfrm>
            <a:off x="11268307" y="6545518"/>
            <a:ext cx="922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fld id="{5612E34C-5701-4E39-8A7A-CD63D84145F2}" type="slidenum">
              <a:rPr lang="id-ID" sz="1200">
                <a:solidFill>
                  <a:schemeClr val="bg1"/>
                </a:solidFill>
              </a:rPr>
              <a:t>18</a:t>
            </a:fld>
            <a:endParaRPr lang="id-ID" sz="1200">
              <a:solidFill>
                <a:schemeClr val="bg1"/>
              </a:solidFill>
            </a:endParaRPr>
          </a:p>
        </p:txBody>
      </p:sp>
      <p:sp>
        <p:nvSpPr>
          <p:cNvPr id="111643178" name="Content Placeholder 2"/>
          <p:cNvSpPr txBox="1"/>
          <p:nvPr/>
        </p:nvSpPr>
        <p:spPr bwMode="auto">
          <a:xfrm>
            <a:off x="3402403" y="903019"/>
            <a:ext cx="5330934" cy="316480"/>
          </a:xfrm>
          <a:prstGeom prst="rect">
            <a:avLst/>
          </a:prstGeom>
        </p:spPr>
        <p:txBody>
          <a:bodyPr vert="horz" lIns="91428" tIns="45714" rIns="91428" bIns="45714" rtlCol="0" anchor="t">
            <a:noAutofit/>
          </a:bodyPr>
          <a:lstStyle>
            <a:lvl1pPr marL="0" indent="0" algn="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>
              <a:spcBef>
                <a:spcPts val="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cap="none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sz="1100">
              <a:solidFill>
                <a:schemeClr val="accent2"/>
              </a:solidFill>
              <a:ea typeface="Roboto"/>
            </a:endParaRPr>
          </a:p>
        </p:txBody>
      </p:sp>
      <p:grpSp>
        <p:nvGrpSpPr>
          <p:cNvPr id="1662550021" name="Group 9"/>
          <p:cNvGrpSpPr/>
          <p:nvPr/>
        </p:nvGrpSpPr>
        <p:grpSpPr bwMode="auto">
          <a:xfrm>
            <a:off x="1017302" y="1061257"/>
            <a:ext cx="3299100" cy="3652613"/>
            <a:chOff x="1582062" y="1558369"/>
            <a:chExt cx="3880026" cy="4680000"/>
          </a:xfrm>
        </p:grpSpPr>
        <p:sp>
          <p:nvSpPr>
            <p:cNvPr id="33" name="Freeform 32"/>
            <p:cNvSpPr/>
            <p:nvPr/>
          </p:nvSpPr>
          <p:spPr bwMode="auto">
            <a:xfrm>
              <a:off x="1582062" y="3461559"/>
              <a:ext cx="2353719" cy="2776810"/>
            </a:xfrm>
            <a:custGeom>
              <a:avLst/>
              <a:gdLst>
                <a:gd name="T0" fmla="*/ 520 w 1518"/>
                <a:gd name="T1" fmla="*/ 722 h 1791"/>
                <a:gd name="T2" fmla="*/ 515 w 1518"/>
                <a:gd name="T3" fmla="*/ 462 h 1791"/>
                <a:gd name="T4" fmla="*/ 528 w 1518"/>
                <a:gd name="T5" fmla="*/ 306 h 1791"/>
                <a:gd name="T6" fmla="*/ 599 w 1518"/>
                <a:gd name="T7" fmla="*/ 257 h 1791"/>
                <a:gd name="T8" fmla="*/ 1184 w 1518"/>
                <a:gd name="T9" fmla="*/ 18 h 1791"/>
                <a:gd name="T10" fmla="*/ 1243 w 1518"/>
                <a:gd name="T11" fmla="*/ 10 h 1791"/>
                <a:gd name="T12" fmla="*/ 1288 w 1518"/>
                <a:gd name="T13" fmla="*/ 80 h 1791"/>
                <a:gd name="T14" fmla="*/ 1452 w 1518"/>
                <a:gd name="T15" fmla="*/ 586 h 1791"/>
                <a:gd name="T16" fmla="*/ 1418 w 1518"/>
                <a:gd name="T17" fmla="*/ 838 h 1791"/>
                <a:gd name="T18" fmla="*/ 977 w 1518"/>
                <a:gd name="T19" fmla="*/ 1004 h 1791"/>
                <a:gd name="T20" fmla="*/ 956 w 1518"/>
                <a:gd name="T21" fmla="*/ 1010 h 1791"/>
                <a:gd name="T22" fmla="*/ 529 w 1518"/>
                <a:gd name="T23" fmla="*/ 1547 h 1791"/>
                <a:gd name="T24" fmla="*/ 0 w 1518"/>
                <a:gd name="T25" fmla="*/ 1791 h 1791"/>
                <a:gd name="T26" fmla="*/ 122 w 1518"/>
                <a:gd name="T27" fmla="*/ 1223 h 1791"/>
                <a:gd name="T28" fmla="*/ 520 w 1518"/>
                <a:gd name="T29" fmla="*/ 722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18" h="1791" extrusionOk="0">
                  <a:moveTo>
                    <a:pt x="520" y="722"/>
                  </a:moveTo>
                  <a:cubicBezTo>
                    <a:pt x="529" y="710"/>
                    <a:pt x="515" y="462"/>
                    <a:pt x="515" y="462"/>
                  </a:cubicBezTo>
                  <a:cubicBezTo>
                    <a:pt x="515" y="462"/>
                    <a:pt x="506" y="340"/>
                    <a:pt x="528" y="306"/>
                  </a:cubicBezTo>
                  <a:cubicBezTo>
                    <a:pt x="548" y="277"/>
                    <a:pt x="599" y="257"/>
                    <a:pt x="599" y="257"/>
                  </a:cubicBezTo>
                  <a:cubicBezTo>
                    <a:pt x="1184" y="18"/>
                    <a:pt x="1184" y="18"/>
                    <a:pt x="1184" y="18"/>
                  </a:cubicBezTo>
                  <a:cubicBezTo>
                    <a:pt x="1184" y="18"/>
                    <a:pt x="1222" y="0"/>
                    <a:pt x="1243" y="10"/>
                  </a:cubicBezTo>
                  <a:cubicBezTo>
                    <a:pt x="1271" y="23"/>
                    <a:pt x="1276" y="46"/>
                    <a:pt x="1288" y="80"/>
                  </a:cubicBezTo>
                  <a:cubicBezTo>
                    <a:pt x="1327" y="198"/>
                    <a:pt x="1401" y="432"/>
                    <a:pt x="1452" y="586"/>
                  </a:cubicBezTo>
                  <a:cubicBezTo>
                    <a:pt x="1518" y="792"/>
                    <a:pt x="1418" y="838"/>
                    <a:pt x="1418" y="838"/>
                  </a:cubicBezTo>
                  <a:cubicBezTo>
                    <a:pt x="977" y="1004"/>
                    <a:pt x="977" y="1004"/>
                    <a:pt x="977" y="1004"/>
                  </a:cubicBezTo>
                  <a:cubicBezTo>
                    <a:pt x="977" y="1004"/>
                    <a:pt x="969" y="1007"/>
                    <a:pt x="956" y="1010"/>
                  </a:cubicBezTo>
                  <a:cubicBezTo>
                    <a:pt x="844" y="1150"/>
                    <a:pt x="658" y="1384"/>
                    <a:pt x="529" y="1547"/>
                  </a:cubicBezTo>
                  <a:cubicBezTo>
                    <a:pt x="431" y="1670"/>
                    <a:pt x="0" y="1791"/>
                    <a:pt x="0" y="1791"/>
                  </a:cubicBezTo>
                  <a:cubicBezTo>
                    <a:pt x="0" y="1791"/>
                    <a:pt x="32" y="1336"/>
                    <a:pt x="122" y="1223"/>
                  </a:cubicBezTo>
                  <a:cubicBezTo>
                    <a:pt x="275" y="1031"/>
                    <a:pt x="489" y="762"/>
                    <a:pt x="520" y="722"/>
                  </a:cubicBezTo>
                </a:path>
              </a:pathLst>
            </a:custGeom>
            <a:solidFill>
              <a:srgbClr val="2BACE2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1582062" y="3461559"/>
              <a:ext cx="2353719" cy="2776810"/>
            </a:xfrm>
            <a:custGeom>
              <a:avLst/>
              <a:gdLst>
                <a:gd name="T0" fmla="*/ 520 w 1518"/>
                <a:gd name="T1" fmla="*/ 722 h 1791"/>
                <a:gd name="T2" fmla="*/ 515 w 1518"/>
                <a:gd name="T3" fmla="*/ 462 h 1791"/>
                <a:gd name="T4" fmla="*/ 528 w 1518"/>
                <a:gd name="T5" fmla="*/ 306 h 1791"/>
                <a:gd name="T6" fmla="*/ 599 w 1518"/>
                <a:gd name="T7" fmla="*/ 257 h 1791"/>
                <a:gd name="T8" fmla="*/ 1184 w 1518"/>
                <a:gd name="T9" fmla="*/ 18 h 1791"/>
                <a:gd name="T10" fmla="*/ 1243 w 1518"/>
                <a:gd name="T11" fmla="*/ 10 h 1791"/>
                <a:gd name="T12" fmla="*/ 1288 w 1518"/>
                <a:gd name="T13" fmla="*/ 80 h 1791"/>
                <a:gd name="T14" fmla="*/ 1452 w 1518"/>
                <a:gd name="T15" fmla="*/ 586 h 1791"/>
                <a:gd name="T16" fmla="*/ 1418 w 1518"/>
                <a:gd name="T17" fmla="*/ 838 h 1791"/>
                <a:gd name="T18" fmla="*/ 977 w 1518"/>
                <a:gd name="T19" fmla="*/ 1004 h 1791"/>
                <a:gd name="T20" fmla="*/ 956 w 1518"/>
                <a:gd name="T21" fmla="*/ 1010 h 1791"/>
                <a:gd name="T22" fmla="*/ 529 w 1518"/>
                <a:gd name="T23" fmla="*/ 1547 h 1791"/>
                <a:gd name="T24" fmla="*/ 0 w 1518"/>
                <a:gd name="T25" fmla="*/ 1791 h 1791"/>
                <a:gd name="T26" fmla="*/ 122 w 1518"/>
                <a:gd name="T27" fmla="*/ 1223 h 1791"/>
                <a:gd name="T28" fmla="*/ 520 w 1518"/>
                <a:gd name="T29" fmla="*/ 722 h 1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18" h="1791" extrusionOk="0">
                  <a:moveTo>
                    <a:pt x="520" y="722"/>
                  </a:moveTo>
                  <a:cubicBezTo>
                    <a:pt x="529" y="710"/>
                    <a:pt x="515" y="462"/>
                    <a:pt x="515" y="462"/>
                  </a:cubicBezTo>
                  <a:cubicBezTo>
                    <a:pt x="515" y="462"/>
                    <a:pt x="506" y="340"/>
                    <a:pt x="528" y="306"/>
                  </a:cubicBezTo>
                  <a:cubicBezTo>
                    <a:pt x="548" y="277"/>
                    <a:pt x="599" y="257"/>
                    <a:pt x="599" y="257"/>
                  </a:cubicBezTo>
                  <a:cubicBezTo>
                    <a:pt x="1184" y="18"/>
                    <a:pt x="1184" y="18"/>
                    <a:pt x="1184" y="18"/>
                  </a:cubicBezTo>
                  <a:cubicBezTo>
                    <a:pt x="1184" y="18"/>
                    <a:pt x="1222" y="0"/>
                    <a:pt x="1243" y="10"/>
                  </a:cubicBezTo>
                  <a:cubicBezTo>
                    <a:pt x="1271" y="23"/>
                    <a:pt x="1276" y="46"/>
                    <a:pt x="1288" y="80"/>
                  </a:cubicBezTo>
                  <a:cubicBezTo>
                    <a:pt x="1327" y="198"/>
                    <a:pt x="1401" y="432"/>
                    <a:pt x="1452" y="586"/>
                  </a:cubicBezTo>
                  <a:cubicBezTo>
                    <a:pt x="1518" y="792"/>
                    <a:pt x="1418" y="838"/>
                    <a:pt x="1418" y="838"/>
                  </a:cubicBezTo>
                  <a:cubicBezTo>
                    <a:pt x="977" y="1004"/>
                    <a:pt x="977" y="1004"/>
                    <a:pt x="977" y="1004"/>
                  </a:cubicBezTo>
                  <a:cubicBezTo>
                    <a:pt x="977" y="1004"/>
                    <a:pt x="969" y="1007"/>
                    <a:pt x="956" y="1010"/>
                  </a:cubicBezTo>
                  <a:cubicBezTo>
                    <a:pt x="844" y="1150"/>
                    <a:pt x="658" y="1384"/>
                    <a:pt x="529" y="1547"/>
                  </a:cubicBezTo>
                  <a:cubicBezTo>
                    <a:pt x="431" y="1670"/>
                    <a:pt x="0" y="1791"/>
                    <a:pt x="0" y="1791"/>
                  </a:cubicBezTo>
                  <a:cubicBezTo>
                    <a:pt x="0" y="1791"/>
                    <a:pt x="32" y="1336"/>
                    <a:pt x="122" y="1223"/>
                  </a:cubicBezTo>
                  <a:cubicBezTo>
                    <a:pt x="275" y="1031"/>
                    <a:pt x="489" y="762"/>
                    <a:pt x="520" y="722"/>
                  </a:cubicBezTo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1582062" y="5403738"/>
              <a:ext cx="781203" cy="834631"/>
            </a:xfrm>
            <a:custGeom>
              <a:avLst/>
              <a:gdLst>
                <a:gd name="T0" fmla="*/ 504 w 504"/>
                <a:gd name="T1" fmla="*/ 319 h 538"/>
                <a:gd name="T2" fmla="*/ 323 w 504"/>
                <a:gd name="T3" fmla="*/ 134 h 538"/>
                <a:gd name="T4" fmla="*/ 103 w 504"/>
                <a:gd name="T5" fmla="*/ 0 h 538"/>
                <a:gd name="T6" fmla="*/ 0 w 504"/>
                <a:gd name="T7" fmla="*/ 538 h 538"/>
                <a:gd name="T8" fmla="*/ 504 w 504"/>
                <a:gd name="T9" fmla="*/ 319 h 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4" h="538" extrusionOk="0">
                  <a:moveTo>
                    <a:pt x="504" y="319"/>
                  </a:moveTo>
                  <a:cubicBezTo>
                    <a:pt x="456" y="254"/>
                    <a:pt x="395" y="191"/>
                    <a:pt x="323" y="134"/>
                  </a:cubicBezTo>
                  <a:cubicBezTo>
                    <a:pt x="252" y="77"/>
                    <a:pt x="177" y="32"/>
                    <a:pt x="103" y="0"/>
                  </a:cubicBezTo>
                  <a:cubicBezTo>
                    <a:pt x="27" y="146"/>
                    <a:pt x="0" y="538"/>
                    <a:pt x="0" y="538"/>
                  </a:cubicBezTo>
                  <a:cubicBezTo>
                    <a:pt x="0" y="538"/>
                    <a:pt x="374" y="433"/>
                    <a:pt x="504" y="319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1582062" y="5935129"/>
              <a:ext cx="288800" cy="303240"/>
            </a:xfrm>
            <a:custGeom>
              <a:avLst/>
              <a:gdLst>
                <a:gd name="T0" fmla="*/ 186 w 186"/>
                <a:gd name="T1" fmla="*/ 135 h 196"/>
                <a:gd name="T2" fmla="*/ 126 w 186"/>
                <a:gd name="T3" fmla="*/ 36 h 196"/>
                <a:gd name="T4" fmla="*/ 20 w 186"/>
                <a:gd name="T5" fmla="*/ 0 h 196"/>
                <a:gd name="T6" fmla="*/ 0 w 186"/>
                <a:gd name="T7" fmla="*/ 196 h 196"/>
                <a:gd name="T8" fmla="*/ 186 w 186"/>
                <a:gd name="T9" fmla="*/ 13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196" extrusionOk="0">
                  <a:moveTo>
                    <a:pt x="186" y="135"/>
                  </a:moveTo>
                  <a:cubicBezTo>
                    <a:pt x="178" y="97"/>
                    <a:pt x="158" y="62"/>
                    <a:pt x="126" y="36"/>
                  </a:cubicBezTo>
                  <a:cubicBezTo>
                    <a:pt x="95" y="12"/>
                    <a:pt x="58" y="0"/>
                    <a:pt x="20" y="0"/>
                  </a:cubicBezTo>
                  <a:cubicBezTo>
                    <a:pt x="6" y="108"/>
                    <a:pt x="0" y="196"/>
                    <a:pt x="0" y="196"/>
                  </a:cubicBezTo>
                  <a:cubicBezTo>
                    <a:pt x="0" y="196"/>
                    <a:pt x="84" y="172"/>
                    <a:pt x="186" y="135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37" name="Freeform 36"/>
            <p:cNvSpPr/>
            <p:nvPr/>
          </p:nvSpPr>
          <p:spPr bwMode="auto">
            <a:xfrm>
              <a:off x="2106234" y="4714950"/>
              <a:ext cx="714780" cy="863511"/>
            </a:xfrm>
            <a:custGeom>
              <a:avLst/>
              <a:gdLst>
                <a:gd name="T0" fmla="*/ 386 w 461"/>
                <a:gd name="T1" fmla="*/ 20 h 557"/>
                <a:gd name="T2" fmla="*/ 13 w 461"/>
                <a:gd name="T3" fmla="*/ 488 h 557"/>
                <a:gd name="T4" fmla="*/ 20 w 461"/>
                <a:gd name="T5" fmla="*/ 544 h 557"/>
                <a:gd name="T6" fmla="*/ 75 w 461"/>
                <a:gd name="T7" fmla="*/ 537 h 557"/>
                <a:gd name="T8" fmla="*/ 448 w 461"/>
                <a:gd name="T9" fmla="*/ 69 h 557"/>
                <a:gd name="T10" fmla="*/ 441 w 461"/>
                <a:gd name="T11" fmla="*/ 14 h 557"/>
                <a:gd name="T12" fmla="*/ 386 w 461"/>
                <a:gd name="T13" fmla="*/ 2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557" extrusionOk="0">
                  <a:moveTo>
                    <a:pt x="386" y="20"/>
                  </a:moveTo>
                  <a:cubicBezTo>
                    <a:pt x="13" y="488"/>
                    <a:pt x="13" y="488"/>
                    <a:pt x="13" y="488"/>
                  </a:cubicBezTo>
                  <a:cubicBezTo>
                    <a:pt x="0" y="505"/>
                    <a:pt x="3" y="530"/>
                    <a:pt x="20" y="544"/>
                  </a:cubicBezTo>
                  <a:cubicBezTo>
                    <a:pt x="37" y="557"/>
                    <a:pt x="61" y="554"/>
                    <a:pt x="75" y="537"/>
                  </a:cubicBezTo>
                  <a:cubicBezTo>
                    <a:pt x="448" y="69"/>
                    <a:pt x="448" y="69"/>
                    <a:pt x="448" y="69"/>
                  </a:cubicBezTo>
                  <a:cubicBezTo>
                    <a:pt x="461" y="52"/>
                    <a:pt x="458" y="27"/>
                    <a:pt x="441" y="14"/>
                  </a:cubicBezTo>
                  <a:cubicBezTo>
                    <a:pt x="424" y="0"/>
                    <a:pt x="400" y="3"/>
                    <a:pt x="386" y="2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38" name="Freeform 37"/>
            <p:cNvSpPr/>
            <p:nvPr/>
          </p:nvSpPr>
          <p:spPr bwMode="auto">
            <a:xfrm>
              <a:off x="1888190" y="4590766"/>
              <a:ext cx="714780" cy="863511"/>
            </a:xfrm>
            <a:custGeom>
              <a:avLst/>
              <a:gdLst>
                <a:gd name="T0" fmla="*/ 386 w 461"/>
                <a:gd name="T1" fmla="*/ 20 h 557"/>
                <a:gd name="T2" fmla="*/ 13 w 461"/>
                <a:gd name="T3" fmla="*/ 488 h 557"/>
                <a:gd name="T4" fmla="*/ 20 w 461"/>
                <a:gd name="T5" fmla="*/ 544 h 557"/>
                <a:gd name="T6" fmla="*/ 75 w 461"/>
                <a:gd name="T7" fmla="*/ 537 h 557"/>
                <a:gd name="T8" fmla="*/ 447 w 461"/>
                <a:gd name="T9" fmla="*/ 69 h 557"/>
                <a:gd name="T10" fmla="*/ 441 w 461"/>
                <a:gd name="T11" fmla="*/ 14 h 557"/>
                <a:gd name="T12" fmla="*/ 386 w 461"/>
                <a:gd name="T13" fmla="*/ 20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557" extrusionOk="0">
                  <a:moveTo>
                    <a:pt x="386" y="20"/>
                  </a:moveTo>
                  <a:cubicBezTo>
                    <a:pt x="13" y="488"/>
                    <a:pt x="13" y="488"/>
                    <a:pt x="13" y="488"/>
                  </a:cubicBezTo>
                  <a:cubicBezTo>
                    <a:pt x="0" y="505"/>
                    <a:pt x="3" y="530"/>
                    <a:pt x="20" y="544"/>
                  </a:cubicBezTo>
                  <a:cubicBezTo>
                    <a:pt x="37" y="557"/>
                    <a:pt x="61" y="554"/>
                    <a:pt x="75" y="537"/>
                  </a:cubicBezTo>
                  <a:cubicBezTo>
                    <a:pt x="447" y="69"/>
                    <a:pt x="447" y="69"/>
                    <a:pt x="447" y="69"/>
                  </a:cubicBezTo>
                  <a:cubicBezTo>
                    <a:pt x="461" y="52"/>
                    <a:pt x="458" y="27"/>
                    <a:pt x="441" y="14"/>
                  </a:cubicBezTo>
                  <a:cubicBezTo>
                    <a:pt x="424" y="0"/>
                    <a:pt x="400" y="3"/>
                    <a:pt x="386" y="2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2275182" y="4898338"/>
              <a:ext cx="716224" cy="863511"/>
            </a:xfrm>
            <a:custGeom>
              <a:avLst/>
              <a:gdLst>
                <a:gd name="T0" fmla="*/ 448 w 462"/>
                <a:gd name="T1" fmla="*/ 68 h 557"/>
                <a:gd name="T2" fmla="*/ 75 w 462"/>
                <a:gd name="T3" fmla="*/ 537 h 557"/>
                <a:gd name="T4" fmla="*/ 20 w 462"/>
                <a:gd name="T5" fmla="*/ 543 h 557"/>
                <a:gd name="T6" fmla="*/ 14 w 462"/>
                <a:gd name="T7" fmla="*/ 488 h 557"/>
                <a:gd name="T8" fmla="*/ 387 w 462"/>
                <a:gd name="T9" fmla="*/ 19 h 557"/>
                <a:gd name="T10" fmla="*/ 442 w 462"/>
                <a:gd name="T11" fmla="*/ 13 h 557"/>
                <a:gd name="T12" fmla="*/ 448 w 462"/>
                <a:gd name="T13" fmla="*/ 68 h 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2" h="557" extrusionOk="0">
                  <a:moveTo>
                    <a:pt x="448" y="68"/>
                  </a:moveTo>
                  <a:cubicBezTo>
                    <a:pt x="75" y="537"/>
                    <a:pt x="75" y="537"/>
                    <a:pt x="75" y="537"/>
                  </a:cubicBezTo>
                  <a:cubicBezTo>
                    <a:pt x="62" y="554"/>
                    <a:pt x="37" y="557"/>
                    <a:pt x="20" y="543"/>
                  </a:cubicBezTo>
                  <a:cubicBezTo>
                    <a:pt x="3" y="530"/>
                    <a:pt x="0" y="505"/>
                    <a:pt x="14" y="488"/>
                  </a:cubicBezTo>
                  <a:cubicBezTo>
                    <a:pt x="387" y="19"/>
                    <a:pt x="387" y="19"/>
                    <a:pt x="387" y="19"/>
                  </a:cubicBezTo>
                  <a:cubicBezTo>
                    <a:pt x="400" y="2"/>
                    <a:pt x="425" y="0"/>
                    <a:pt x="442" y="13"/>
                  </a:cubicBezTo>
                  <a:cubicBezTo>
                    <a:pt x="459" y="27"/>
                    <a:pt x="462" y="51"/>
                    <a:pt x="448" y="6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5324908" y="2059437"/>
              <a:ext cx="137180" cy="62092"/>
            </a:xfrm>
            <a:custGeom>
              <a:avLst/>
              <a:gdLst>
                <a:gd name="T0" fmla="*/ 17 w 88"/>
                <a:gd name="T1" fmla="*/ 7 h 40"/>
                <a:gd name="T2" fmla="*/ 1 w 88"/>
                <a:gd name="T3" fmla="*/ 25 h 40"/>
                <a:gd name="T4" fmla="*/ 20 w 88"/>
                <a:gd name="T5" fmla="*/ 39 h 40"/>
                <a:gd name="T6" fmla="*/ 71 w 88"/>
                <a:gd name="T7" fmla="*/ 33 h 40"/>
                <a:gd name="T8" fmla="*/ 87 w 88"/>
                <a:gd name="T9" fmla="*/ 15 h 40"/>
                <a:gd name="T10" fmla="*/ 68 w 88"/>
                <a:gd name="T11" fmla="*/ 1 h 40"/>
                <a:gd name="T12" fmla="*/ 17 w 88"/>
                <a:gd name="T13" fmla="*/ 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" h="40" extrusionOk="0">
                  <a:moveTo>
                    <a:pt x="17" y="7"/>
                  </a:moveTo>
                  <a:cubicBezTo>
                    <a:pt x="7" y="8"/>
                    <a:pt x="0" y="16"/>
                    <a:pt x="1" y="25"/>
                  </a:cubicBezTo>
                  <a:cubicBezTo>
                    <a:pt x="2" y="33"/>
                    <a:pt x="10" y="40"/>
                    <a:pt x="20" y="39"/>
                  </a:cubicBezTo>
                  <a:cubicBezTo>
                    <a:pt x="71" y="33"/>
                    <a:pt x="71" y="33"/>
                    <a:pt x="71" y="33"/>
                  </a:cubicBezTo>
                  <a:cubicBezTo>
                    <a:pt x="81" y="32"/>
                    <a:pt x="88" y="24"/>
                    <a:pt x="87" y="15"/>
                  </a:cubicBezTo>
                  <a:cubicBezTo>
                    <a:pt x="87" y="6"/>
                    <a:pt x="78" y="0"/>
                    <a:pt x="68" y="1"/>
                  </a:cubicBezTo>
                  <a:lnTo>
                    <a:pt x="17" y="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4774744" y="1558369"/>
              <a:ext cx="62092" cy="135736"/>
            </a:xfrm>
            <a:custGeom>
              <a:avLst/>
              <a:gdLst>
                <a:gd name="T0" fmla="*/ 39 w 40"/>
                <a:gd name="T1" fmla="*/ 68 h 88"/>
                <a:gd name="T2" fmla="*/ 33 w 40"/>
                <a:gd name="T3" fmla="*/ 17 h 88"/>
                <a:gd name="T4" fmla="*/ 15 w 40"/>
                <a:gd name="T5" fmla="*/ 1 h 88"/>
                <a:gd name="T6" fmla="*/ 1 w 40"/>
                <a:gd name="T7" fmla="*/ 20 h 88"/>
                <a:gd name="T8" fmla="*/ 7 w 40"/>
                <a:gd name="T9" fmla="*/ 71 h 88"/>
                <a:gd name="T10" fmla="*/ 25 w 40"/>
                <a:gd name="T11" fmla="*/ 88 h 88"/>
                <a:gd name="T12" fmla="*/ 39 w 40"/>
                <a:gd name="T13" fmla="*/ 6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88" extrusionOk="0">
                  <a:moveTo>
                    <a:pt x="39" y="68"/>
                  </a:moveTo>
                  <a:cubicBezTo>
                    <a:pt x="33" y="17"/>
                    <a:pt x="33" y="17"/>
                    <a:pt x="33" y="17"/>
                  </a:cubicBezTo>
                  <a:cubicBezTo>
                    <a:pt x="32" y="7"/>
                    <a:pt x="24" y="0"/>
                    <a:pt x="15" y="1"/>
                  </a:cubicBezTo>
                  <a:cubicBezTo>
                    <a:pt x="7" y="2"/>
                    <a:pt x="0" y="11"/>
                    <a:pt x="1" y="20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8" y="81"/>
                    <a:pt x="16" y="88"/>
                    <a:pt x="25" y="88"/>
                  </a:cubicBezTo>
                  <a:cubicBezTo>
                    <a:pt x="34" y="87"/>
                    <a:pt x="40" y="78"/>
                    <a:pt x="39" y="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2" name="Freeform 41"/>
            <p:cNvSpPr/>
            <p:nvPr/>
          </p:nvSpPr>
          <p:spPr bwMode="auto">
            <a:xfrm>
              <a:off x="4881600" y="2593716"/>
              <a:ext cx="60648" cy="138624"/>
            </a:xfrm>
            <a:custGeom>
              <a:avLst/>
              <a:gdLst>
                <a:gd name="T0" fmla="*/ 1 w 39"/>
                <a:gd name="T1" fmla="*/ 21 h 89"/>
                <a:gd name="T2" fmla="*/ 6 w 39"/>
                <a:gd name="T3" fmla="*/ 72 h 89"/>
                <a:gd name="T4" fmla="*/ 24 w 39"/>
                <a:gd name="T5" fmla="*/ 88 h 89"/>
                <a:gd name="T6" fmla="*/ 38 w 39"/>
                <a:gd name="T7" fmla="*/ 68 h 89"/>
                <a:gd name="T8" fmla="*/ 33 w 39"/>
                <a:gd name="T9" fmla="*/ 18 h 89"/>
                <a:gd name="T10" fmla="*/ 15 w 39"/>
                <a:gd name="T11" fmla="*/ 1 h 89"/>
                <a:gd name="T12" fmla="*/ 1 w 39"/>
                <a:gd name="T13" fmla="*/ 2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" h="89" extrusionOk="0">
                  <a:moveTo>
                    <a:pt x="1" y="21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8" y="82"/>
                    <a:pt x="16" y="89"/>
                    <a:pt x="24" y="88"/>
                  </a:cubicBezTo>
                  <a:cubicBezTo>
                    <a:pt x="33" y="87"/>
                    <a:pt x="39" y="78"/>
                    <a:pt x="38" y="68"/>
                  </a:cubicBezTo>
                  <a:cubicBezTo>
                    <a:pt x="33" y="18"/>
                    <a:pt x="33" y="18"/>
                    <a:pt x="33" y="18"/>
                  </a:cubicBezTo>
                  <a:cubicBezTo>
                    <a:pt x="32" y="8"/>
                    <a:pt x="24" y="0"/>
                    <a:pt x="15" y="1"/>
                  </a:cubicBezTo>
                  <a:cubicBezTo>
                    <a:pt x="6" y="2"/>
                    <a:pt x="0" y="11"/>
                    <a:pt x="1" y="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3" name="Freeform 42"/>
            <p:cNvSpPr/>
            <p:nvPr/>
          </p:nvSpPr>
          <p:spPr bwMode="auto">
            <a:xfrm>
              <a:off x="4283785" y="2183620"/>
              <a:ext cx="138624" cy="62092"/>
            </a:xfrm>
            <a:custGeom>
              <a:avLst/>
              <a:gdLst>
                <a:gd name="T0" fmla="*/ 71 w 89"/>
                <a:gd name="T1" fmla="*/ 33 h 40"/>
                <a:gd name="T2" fmla="*/ 88 w 89"/>
                <a:gd name="T3" fmla="*/ 15 h 40"/>
                <a:gd name="T4" fmla="*/ 68 w 89"/>
                <a:gd name="T5" fmla="*/ 1 h 40"/>
                <a:gd name="T6" fmla="*/ 17 w 89"/>
                <a:gd name="T7" fmla="*/ 7 h 40"/>
                <a:gd name="T8" fmla="*/ 1 w 89"/>
                <a:gd name="T9" fmla="*/ 25 h 40"/>
                <a:gd name="T10" fmla="*/ 21 w 89"/>
                <a:gd name="T11" fmla="*/ 39 h 40"/>
                <a:gd name="T12" fmla="*/ 71 w 89"/>
                <a:gd name="T13" fmla="*/ 3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40" extrusionOk="0">
                  <a:moveTo>
                    <a:pt x="71" y="33"/>
                  </a:moveTo>
                  <a:cubicBezTo>
                    <a:pt x="81" y="32"/>
                    <a:pt x="89" y="24"/>
                    <a:pt x="88" y="15"/>
                  </a:cubicBezTo>
                  <a:cubicBezTo>
                    <a:pt x="87" y="6"/>
                    <a:pt x="78" y="0"/>
                    <a:pt x="68" y="1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7" y="8"/>
                    <a:pt x="0" y="16"/>
                    <a:pt x="1" y="25"/>
                  </a:cubicBezTo>
                  <a:cubicBezTo>
                    <a:pt x="2" y="33"/>
                    <a:pt x="11" y="40"/>
                    <a:pt x="21" y="39"/>
                  </a:cubicBezTo>
                  <a:lnTo>
                    <a:pt x="71" y="3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5140076" y="1688329"/>
              <a:ext cx="108300" cy="124184"/>
            </a:xfrm>
            <a:custGeom>
              <a:avLst/>
              <a:gdLst>
                <a:gd name="T0" fmla="*/ 38 w 70"/>
                <a:gd name="T1" fmla="*/ 10 h 80"/>
                <a:gd name="T2" fmla="*/ 6 w 70"/>
                <a:gd name="T3" fmla="*/ 50 h 80"/>
                <a:gd name="T4" fmla="*/ 7 w 70"/>
                <a:gd name="T5" fmla="*/ 74 h 80"/>
                <a:gd name="T6" fmla="*/ 31 w 70"/>
                <a:gd name="T7" fmla="*/ 70 h 80"/>
                <a:gd name="T8" fmla="*/ 63 w 70"/>
                <a:gd name="T9" fmla="*/ 30 h 80"/>
                <a:gd name="T10" fmla="*/ 62 w 70"/>
                <a:gd name="T11" fmla="*/ 6 h 80"/>
                <a:gd name="T12" fmla="*/ 38 w 70"/>
                <a:gd name="T13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0" extrusionOk="0">
                  <a:moveTo>
                    <a:pt x="38" y="10"/>
                  </a:moveTo>
                  <a:cubicBezTo>
                    <a:pt x="6" y="50"/>
                    <a:pt x="6" y="50"/>
                    <a:pt x="6" y="50"/>
                  </a:cubicBezTo>
                  <a:cubicBezTo>
                    <a:pt x="0" y="58"/>
                    <a:pt x="1" y="69"/>
                    <a:pt x="7" y="74"/>
                  </a:cubicBezTo>
                  <a:cubicBezTo>
                    <a:pt x="14" y="80"/>
                    <a:pt x="25" y="78"/>
                    <a:pt x="31" y="7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70" y="22"/>
                    <a:pt x="69" y="11"/>
                    <a:pt x="62" y="6"/>
                  </a:cubicBezTo>
                  <a:cubicBezTo>
                    <a:pt x="55" y="0"/>
                    <a:pt x="44" y="2"/>
                    <a:pt x="38" y="1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5" name="Freeform 44"/>
            <p:cNvSpPr/>
            <p:nvPr/>
          </p:nvSpPr>
          <p:spPr bwMode="auto">
            <a:xfrm>
              <a:off x="4389197" y="1802405"/>
              <a:ext cx="122740" cy="108300"/>
            </a:xfrm>
            <a:custGeom>
              <a:avLst/>
              <a:gdLst>
                <a:gd name="T0" fmla="*/ 73 w 79"/>
                <a:gd name="T1" fmla="*/ 62 h 70"/>
                <a:gd name="T2" fmla="*/ 69 w 79"/>
                <a:gd name="T3" fmla="*/ 38 h 70"/>
                <a:gd name="T4" fmla="*/ 29 w 79"/>
                <a:gd name="T5" fmla="*/ 6 h 70"/>
                <a:gd name="T6" fmla="*/ 5 w 79"/>
                <a:gd name="T7" fmla="*/ 8 h 70"/>
                <a:gd name="T8" fmla="*/ 9 w 79"/>
                <a:gd name="T9" fmla="*/ 31 h 70"/>
                <a:gd name="T10" fmla="*/ 49 w 79"/>
                <a:gd name="T11" fmla="*/ 63 h 70"/>
                <a:gd name="T12" fmla="*/ 73 w 79"/>
                <a:gd name="T13" fmla="*/ 6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70" extrusionOk="0">
                  <a:moveTo>
                    <a:pt x="73" y="62"/>
                  </a:moveTo>
                  <a:cubicBezTo>
                    <a:pt x="79" y="55"/>
                    <a:pt x="77" y="45"/>
                    <a:pt x="69" y="38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2" y="0"/>
                    <a:pt x="11" y="1"/>
                    <a:pt x="5" y="8"/>
                  </a:cubicBezTo>
                  <a:cubicBezTo>
                    <a:pt x="0" y="14"/>
                    <a:pt x="1" y="25"/>
                    <a:pt x="9" y="31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57" y="70"/>
                    <a:pt x="68" y="69"/>
                    <a:pt x="73" y="6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6" name="Freeform 45"/>
            <p:cNvSpPr/>
            <p:nvPr/>
          </p:nvSpPr>
          <p:spPr bwMode="auto">
            <a:xfrm>
              <a:off x="5177620" y="2436320"/>
              <a:ext cx="124184" cy="108300"/>
            </a:xfrm>
            <a:custGeom>
              <a:avLst/>
              <a:gdLst>
                <a:gd name="T0" fmla="*/ 6 w 80"/>
                <a:gd name="T1" fmla="*/ 8 h 70"/>
                <a:gd name="T2" fmla="*/ 10 w 80"/>
                <a:gd name="T3" fmla="*/ 31 h 70"/>
                <a:gd name="T4" fmla="*/ 50 w 80"/>
                <a:gd name="T5" fmla="*/ 63 h 70"/>
                <a:gd name="T6" fmla="*/ 74 w 80"/>
                <a:gd name="T7" fmla="*/ 62 h 70"/>
                <a:gd name="T8" fmla="*/ 70 w 80"/>
                <a:gd name="T9" fmla="*/ 38 h 70"/>
                <a:gd name="T10" fmla="*/ 30 w 80"/>
                <a:gd name="T11" fmla="*/ 6 h 70"/>
                <a:gd name="T12" fmla="*/ 6 w 80"/>
                <a:gd name="T13" fmla="*/ 8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70" extrusionOk="0">
                  <a:moveTo>
                    <a:pt x="6" y="8"/>
                  </a:moveTo>
                  <a:cubicBezTo>
                    <a:pt x="0" y="14"/>
                    <a:pt x="2" y="25"/>
                    <a:pt x="10" y="31"/>
                  </a:cubicBezTo>
                  <a:cubicBezTo>
                    <a:pt x="50" y="63"/>
                    <a:pt x="50" y="63"/>
                    <a:pt x="50" y="63"/>
                  </a:cubicBezTo>
                  <a:cubicBezTo>
                    <a:pt x="58" y="70"/>
                    <a:pt x="69" y="69"/>
                    <a:pt x="74" y="62"/>
                  </a:cubicBezTo>
                  <a:cubicBezTo>
                    <a:pt x="80" y="55"/>
                    <a:pt x="78" y="45"/>
                    <a:pt x="70" y="38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22" y="0"/>
                    <a:pt x="12" y="1"/>
                    <a:pt x="6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7" name="Freeform 46"/>
            <p:cNvSpPr/>
            <p:nvPr/>
          </p:nvSpPr>
          <p:spPr bwMode="auto">
            <a:xfrm>
              <a:off x="4410857" y="2375672"/>
              <a:ext cx="329232" cy="275804"/>
            </a:xfrm>
            <a:custGeom>
              <a:avLst/>
              <a:gdLst>
                <a:gd name="T0" fmla="*/ 6 w 212"/>
                <a:gd name="T1" fmla="*/ 7 h 178"/>
                <a:gd name="T2" fmla="*/ 7 w 212"/>
                <a:gd name="T3" fmla="*/ 32 h 178"/>
                <a:gd name="T4" fmla="*/ 184 w 212"/>
                <a:gd name="T5" fmla="*/ 172 h 178"/>
                <a:gd name="T6" fmla="*/ 207 w 212"/>
                <a:gd name="T7" fmla="*/ 171 h 178"/>
                <a:gd name="T8" fmla="*/ 205 w 212"/>
                <a:gd name="T9" fmla="*/ 146 h 178"/>
                <a:gd name="T10" fmla="*/ 28 w 212"/>
                <a:gd name="T11" fmla="*/ 6 h 178"/>
                <a:gd name="T12" fmla="*/ 6 w 212"/>
                <a:gd name="T13" fmla="*/ 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2" h="178" extrusionOk="0">
                  <a:moveTo>
                    <a:pt x="6" y="7"/>
                  </a:moveTo>
                  <a:cubicBezTo>
                    <a:pt x="0" y="14"/>
                    <a:pt x="0" y="26"/>
                    <a:pt x="7" y="32"/>
                  </a:cubicBezTo>
                  <a:cubicBezTo>
                    <a:pt x="184" y="172"/>
                    <a:pt x="184" y="172"/>
                    <a:pt x="184" y="172"/>
                  </a:cubicBezTo>
                  <a:cubicBezTo>
                    <a:pt x="191" y="178"/>
                    <a:pt x="201" y="178"/>
                    <a:pt x="207" y="171"/>
                  </a:cubicBezTo>
                  <a:cubicBezTo>
                    <a:pt x="212" y="164"/>
                    <a:pt x="212" y="152"/>
                    <a:pt x="205" y="14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1" y="0"/>
                    <a:pt x="11" y="0"/>
                    <a:pt x="6" y="7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8" name="Freeform 47"/>
            <p:cNvSpPr/>
            <p:nvPr/>
          </p:nvSpPr>
          <p:spPr bwMode="auto">
            <a:xfrm>
              <a:off x="4364649" y="2434876"/>
              <a:ext cx="327788" cy="274360"/>
            </a:xfrm>
            <a:custGeom>
              <a:avLst/>
              <a:gdLst>
                <a:gd name="T0" fmla="*/ 5 w 212"/>
                <a:gd name="T1" fmla="*/ 7 h 177"/>
                <a:gd name="T2" fmla="*/ 7 w 212"/>
                <a:gd name="T3" fmla="*/ 31 h 177"/>
                <a:gd name="T4" fmla="*/ 184 w 212"/>
                <a:gd name="T5" fmla="*/ 172 h 177"/>
                <a:gd name="T6" fmla="*/ 206 w 212"/>
                <a:gd name="T7" fmla="*/ 170 h 177"/>
                <a:gd name="T8" fmla="*/ 205 w 212"/>
                <a:gd name="T9" fmla="*/ 146 h 177"/>
                <a:gd name="T10" fmla="*/ 28 w 212"/>
                <a:gd name="T11" fmla="*/ 5 h 177"/>
                <a:gd name="T12" fmla="*/ 5 w 212"/>
                <a:gd name="T13" fmla="*/ 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2" h="177" extrusionOk="0">
                  <a:moveTo>
                    <a:pt x="5" y="7"/>
                  </a:moveTo>
                  <a:cubicBezTo>
                    <a:pt x="0" y="14"/>
                    <a:pt x="0" y="25"/>
                    <a:pt x="7" y="31"/>
                  </a:cubicBezTo>
                  <a:cubicBezTo>
                    <a:pt x="184" y="172"/>
                    <a:pt x="184" y="172"/>
                    <a:pt x="184" y="172"/>
                  </a:cubicBezTo>
                  <a:cubicBezTo>
                    <a:pt x="191" y="177"/>
                    <a:pt x="201" y="177"/>
                    <a:pt x="206" y="170"/>
                  </a:cubicBezTo>
                  <a:cubicBezTo>
                    <a:pt x="212" y="163"/>
                    <a:pt x="212" y="152"/>
                    <a:pt x="205" y="146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1" y="0"/>
                    <a:pt x="11" y="0"/>
                    <a:pt x="5" y="7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49" name="Freeform 48"/>
            <p:cNvSpPr/>
            <p:nvPr/>
          </p:nvSpPr>
          <p:spPr bwMode="auto">
            <a:xfrm>
              <a:off x="4316997" y="2492636"/>
              <a:ext cx="329232" cy="275804"/>
            </a:xfrm>
            <a:custGeom>
              <a:avLst/>
              <a:gdLst>
                <a:gd name="T0" fmla="*/ 6 w 213"/>
                <a:gd name="T1" fmla="*/ 7 h 178"/>
                <a:gd name="T2" fmla="*/ 8 w 213"/>
                <a:gd name="T3" fmla="*/ 31 h 178"/>
                <a:gd name="T4" fmla="*/ 184 w 213"/>
                <a:gd name="T5" fmla="*/ 172 h 178"/>
                <a:gd name="T6" fmla="*/ 207 w 213"/>
                <a:gd name="T7" fmla="*/ 170 h 178"/>
                <a:gd name="T8" fmla="*/ 205 w 213"/>
                <a:gd name="T9" fmla="*/ 146 h 178"/>
                <a:gd name="T10" fmla="*/ 28 w 213"/>
                <a:gd name="T11" fmla="*/ 5 h 178"/>
                <a:gd name="T12" fmla="*/ 6 w 213"/>
                <a:gd name="T13" fmla="*/ 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3" h="178" extrusionOk="0">
                  <a:moveTo>
                    <a:pt x="6" y="7"/>
                  </a:moveTo>
                  <a:cubicBezTo>
                    <a:pt x="0" y="14"/>
                    <a:pt x="1" y="25"/>
                    <a:pt x="8" y="31"/>
                  </a:cubicBezTo>
                  <a:cubicBezTo>
                    <a:pt x="184" y="172"/>
                    <a:pt x="184" y="172"/>
                    <a:pt x="184" y="172"/>
                  </a:cubicBezTo>
                  <a:cubicBezTo>
                    <a:pt x="191" y="178"/>
                    <a:pt x="201" y="177"/>
                    <a:pt x="207" y="170"/>
                  </a:cubicBezTo>
                  <a:cubicBezTo>
                    <a:pt x="213" y="163"/>
                    <a:pt x="213" y="152"/>
                    <a:pt x="205" y="146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21" y="0"/>
                    <a:pt x="11" y="0"/>
                    <a:pt x="6" y="7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0" name="Freeform 49"/>
            <p:cNvSpPr/>
            <p:nvPr/>
          </p:nvSpPr>
          <p:spPr bwMode="auto">
            <a:xfrm>
              <a:off x="2679501" y="2587940"/>
              <a:ext cx="1916187" cy="2496674"/>
            </a:xfrm>
            <a:custGeom>
              <a:avLst/>
              <a:gdLst>
                <a:gd name="T0" fmla="*/ 1061 w 1236"/>
                <a:gd name="T1" fmla="*/ 8 h 1611"/>
                <a:gd name="T2" fmla="*/ 1072 w 1236"/>
                <a:gd name="T3" fmla="*/ 36 h 1611"/>
                <a:gd name="T4" fmla="*/ 1082 w 1236"/>
                <a:gd name="T5" fmla="*/ 61 h 1611"/>
                <a:gd name="T6" fmla="*/ 758 w 1236"/>
                <a:gd name="T7" fmla="*/ 105 h 1611"/>
                <a:gd name="T8" fmla="*/ 506 w 1236"/>
                <a:gd name="T9" fmla="*/ 421 h 1611"/>
                <a:gd name="T10" fmla="*/ 325 w 1236"/>
                <a:gd name="T11" fmla="*/ 486 h 1611"/>
                <a:gd name="T12" fmla="*/ 79 w 1236"/>
                <a:gd name="T13" fmla="*/ 562 h 1611"/>
                <a:gd name="T14" fmla="*/ 24 w 1236"/>
                <a:gd name="T15" fmla="*/ 600 h 1611"/>
                <a:gd name="T16" fmla="*/ 2 w 1236"/>
                <a:gd name="T17" fmla="*/ 672 h 1611"/>
                <a:gd name="T18" fmla="*/ 20 w 1236"/>
                <a:gd name="T19" fmla="*/ 768 h 1611"/>
                <a:gd name="T20" fmla="*/ 256 w 1236"/>
                <a:gd name="T21" fmla="*/ 672 h 1611"/>
                <a:gd name="T22" fmla="*/ 269 w 1236"/>
                <a:gd name="T23" fmla="*/ 671 h 1611"/>
                <a:gd name="T24" fmla="*/ 279 w 1236"/>
                <a:gd name="T25" fmla="*/ 689 h 1611"/>
                <a:gd name="T26" fmla="*/ 164 w 1236"/>
                <a:gd name="T27" fmla="*/ 893 h 1611"/>
                <a:gd name="T28" fmla="*/ 62 w 1236"/>
                <a:gd name="T29" fmla="*/ 934 h 1611"/>
                <a:gd name="T30" fmla="*/ 242 w 1236"/>
                <a:gd name="T31" fmla="*/ 1548 h 1611"/>
                <a:gd name="T32" fmla="*/ 327 w 1236"/>
                <a:gd name="T33" fmla="*/ 1592 h 1611"/>
                <a:gd name="T34" fmla="*/ 383 w 1236"/>
                <a:gd name="T35" fmla="*/ 1499 h 1611"/>
                <a:gd name="T36" fmla="*/ 294 w 1236"/>
                <a:gd name="T37" fmla="*/ 1137 h 1611"/>
                <a:gd name="T38" fmla="*/ 298 w 1236"/>
                <a:gd name="T39" fmla="*/ 1116 h 1611"/>
                <a:gd name="T40" fmla="*/ 312 w 1236"/>
                <a:gd name="T41" fmla="*/ 1131 h 1611"/>
                <a:gd name="T42" fmla="*/ 401 w 1236"/>
                <a:gd name="T43" fmla="*/ 1493 h 1611"/>
                <a:gd name="T44" fmla="*/ 473 w 1236"/>
                <a:gd name="T45" fmla="*/ 1529 h 1611"/>
                <a:gd name="T46" fmla="*/ 534 w 1236"/>
                <a:gd name="T47" fmla="*/ 1450 h 1611"/>
                <a:gd name="T48" fmla="*/ 445 w 1236"/>
                <a:gd name="T49" fmla="*/ 1087 h 1611"/>
                <a:gd name="T50" fmla="*/ 448 w 1236"/>
                <a:gd name="T51" fmla="*/ 1065 h 1611"/>
                <a:gd name="T52" fmla="*/ 463 w 1236"/>
                <a:gd name="T53" fmla="*/ 1081 h 1611"/>
                <a:gd name="T54" fmla="*/ 552 w 1236"/>
                <a:gd name="T55" fmla="*/ 1443 h 1611"/>
                <a:gd name="T56" fmla="*/ 621 w 1236"/>
                <a:gd name="T57" fmla="*/ 1470 h 1611"/>
                <a:gd name="T58" fmla="*/ 667 w 1236"/>
                <a:gd name="T59" fmla="*/ 1399 h 1611"/>
                <a:gd name="T60" fmla="*/ 581 w 1236"/>
                <a:gd name="T61" fmla="*/ 1048 h 1611"/>
                <a:gd name="T62" fmla="*/ 585 w 1236"/>
                <a:gd name="T63" fmla="*/ 1027 h 1611"/>
                <a:gd name="T64" fmla="*/ 600 w 1236"/>
                <a:gd name="T65" fmla="*/ 1042 h 1611"/>
                <a:gd name="T66" fmla="*/ 685 w 1236"/>
                <a:gd name="T67" fmla="*/ 1394 h 1611"/>
                <a:gd name="T68" fmla="*/ 740 w 1236"/>
                <a:gd name="T69" fmla="*/ 1426 h 1611"/>
                <a:gd name="T70" fmla="*/ 792 w 1236"/>
                <a:gd name="T71" fmla="*/ 1360 h 1611"/>
                <a:gd name="T72" fmla="*/ 763 w 1236"/>
                <a:gd name="T73" fmla="*/ 1011 h 1611"/>
                <a:gd name="T74" fmla="*/ 888 w 1236"/>
                <a:gd name="T75" fmla="*/ 787 h 1611"/>
                <a:gd name="T76" fmla="*/ 1174 w 1236"/>
                <a:gd name="T77" fmla="*/ 428 h 1611"/>
                <a:gd name="T78" fmla="*/ 1150 w 1236"/>
                <a:gd name="T79" fmla="*/ 114 h 1611"/>
                <a:gd name="T80" fmla="*/ 1175 w 1236"/>
                <a:gd name="T81" fmla="*/ 119 h 1611"/>
                <a:gd name="T82" fmla="*/ 1203 w 1236"/>
                <a:gd name="T83" fmla="*/ 123 h 1611"/>
                <a:gd name="T84" fmla="*/ 1201 w 1236"/>
                <a:gd name="T85" fmla="*/ 100 h 1611"/>
                <a:gd name="T86" fmla="*/ 1084 w 1236"/>
                <a:gd name="T87" fmla="*/ 6 h 1611"/>
                <a:gd name="T88" fmla="*/ 1061 w 1236"/>
                <a:gd name="T89" fmla="*/ 8 h 1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236" h="1611" extrusionOk="0">
                  <a:moveTo>
                    <a:pt x="1061" y="8"/>
                  </a:moveTo>
                  <a:cubicBezTo>
                    <a:pt x="1055" y="15"/>
                    <a:pt x="1063" y="28"/>
                    <a:pt x="1072" y="36"/>
                  </a:cubicBezTo>
                  <a:cubicBezTo>
                    <a:pt x="1076" y="40"/>
                    <a:pt x="1079" y="50"/>
                    <a:pt x="1082" y="61"/>
                  </a:cubicBezTo>
                  <a:cubicBezTo>
                    <a:pt x="997" y="44"/>
                    <a:pt x="824" y="21"/>
                    <a:pt x="758" y="105"/>
                  </a:cubicBezTo>
                  <a:cubicBezTo>
                    <a:pt x="609" y="293"/>
                    <a:pt x="519" y="406"/>
                    <a:pt x="506" y="421"/>
                  </a:cubicBezTo>
                  <a:cubicBezTo>
                    <a:pt x="484" y="444"/>
                    <a:pt x="385" y="471"/>
                    <a:pt x="325" y="486"/>
                  </a:cubicBezTo>
                  <a:cubicBezTo>
                    <a:pt x="118" y="539"/>
                    <a:pt x="79" y="562"/>
                    <a:pt x="79" y="562"/>
                  </a:cubicBezTo>
                  <a:cubicBezTo>
                    <a:pt x="79" y="562"/>
                    <a:pt x="43" y="577"/>
                    <a:pt x="24" y="600"/>
                  </a:cubicBezTo>
                  <a:cubicBezTo>
                    <a:pt x="11" y="615"/>
                    <a:pt x="0" y="634"/>
                    <a:pt x="2" y="672"/>
                  </a:cubicBezTo>
                  <a:cubicBezTo>
                    <a:pt x="5" y="709"/>
                    <a:pt x="20" y="768"/>
                    <a:pt x="20" y="768"/>
                  </a:cubicBezTo>
                  <a:cubicBezTo>
                    <a:pt x="256" y="672"/>
                    <a:pt x="256" y="672"/>
                    <a:pt x="256" y="672"/>
                  </a:cubicBezTo>
                  <a:cubicBezTo>
                    <a:pt x="256" y="672"/>
                    <a:pt x="264" y="669"/>
                    <a:pt x="269" y="671"/>
                  </a:cubicBezTo>
                  <a:cubicBezTo>
                    <a:pt x="274" y="674"/>
                    <a:pt x="279" y="688"/>
                    <a:pt x="279" y="689"/>
                  </a:cubicBezTo>
                  <a:cubicBezTo>
                    <a:pt x="314" y="829"/>
                    <a:pt x="235" y="861"/>
                    <a:pt x="164" y="893"/>
                  </a:cubicBezTo>
                  <a:cubicBezTo>
                    <a:pt x="62" y="934"/>
                    <a:pt x="62" y="934"/>
                    <a:pt x="62" y="934"/>
                  </a:cubicBezTo>
                  <a:cubicBezTo>
                    <a:pt x="242" y="1548"/>
                    <a:pt x="242" y="1548"/>
                    <a:pt x="242" y="1548"/>
                  </a:cubicBezTo>
                  <a:cubicBezTo>
                    <a:pt x="242" y="1548"/>
                    <a:pt x="270" y="1611"/>
                    <a:pt x="327" y="1592"/>
                  </a:cubicBezTo>
                  <a:cubicBezTo>
                    <a:pt x="399" y="1567"/>
                    <a:pt x="383" y="1499"/>
                    <a:pt x="383" y="1499"/>
                  </a:cubicBezTo>
                  <a:cubicBezTo>
                    <a:pt x="294" y="1137"/>
                    <a:pt x="294" y="1137"/>
                    <a:pt x="294" y="1137"/>
                  </a:cubicBezTo>
                  <a:cubicBezTo>
                    <a:pt x="291" y="1127"/>
                    <a:pt x="293" y="1118"/>
                    <a:pt x="298" y="1116"/>
                  </a:cubicBezTo>
                  <a:cubicBezTo>
                    <a:pt x="303" y="1114"/>
                    <a:pt x="309" y="1121"/>
                    <a:pt x="312" y="1131"/>
                  </a:cubicBezTo>
                  <a:cubicBezTo>
                    <a:pt x="401" y="1493"/>
                    <a:pt x="401" y="1493"/>
                    <a:pt x="401" y="1493"/>
                  </a:cubicBezTo>
                  <a:cubicBezTo>
                    <a:pt x="401" y="1493"/>
                    <a:pt x="423" y="1542"/>
                    <a:pt x="473" y="1529"/>
                  </a:cubicBezTo>
                  <a:cubicBezTo>
                    <a:pt x="547" y="1510"/>
                    <a:pt x="534" y="1450"/>
                    <a:pt x="534" y="1450"/>
                  </a:cubicBezTo>
                  <a:cubicBezTo>
                    <a:pt x="445" y="1087"/>
                    <a:pt x="445" y="1087"/>
                    <a:pt x="445" y="1087"/>
                  </a:cubicBezTo>
                  <a:cubicBezTo>
                    <a:pt x="442" y="1077"/>
                    <a:pt x="443" y="1067"/>
                    <a:pt x="448" y="1065"/>
                  </a:cubicBezTo>
                  <a:cubicBezTo>
                    <a:pt x="454" y="1064"/>
                    <a:pt x="460" y="1070"/>
                    <a:pt x="463" y="1081"/>
                  </a:cubicBezTo>
                  <a:cubicBezTo>
                    <a:pt x="552" y="1443"/>
                    <a:pt x="552" y="1443"/>
                    <a:pt x="552" y="1443"/>
                  </a:cubicBezTo>
                  <a:cubicBezTo>
                    <a:pt x="552" y="1443"/>
                    <a:pt x="568" y="1487"/>
                    <a:pt x="621" y="1470"/>
                  </a:cubicBezTo>
                  <a:cubicBezTo>
                    <a:pt x="680" y="1451"/>
                    <a:pt x="667" y="1399"/>
                    <a:pt x="667" y="1399"/>
                  </a:cubicBezTo>
                  <a:cubicBezTo>
                    <a:pt x="581" y="1048"/>
                    <a:pt x="581" y="1048"/>
                    <a:pt x="581" y="1048"/>
                  </a:cubicBezTo>
                  <a:cubicBezTo>
                    <a:pt x="578" y="1038"/>
                    <a:pt x="580" y="1028"/>
                    <a:pt x="585" y="1027"/>
                  </a:cubicBezTo>
                  <a:cubicBezTo>
                    <a:pt x="590" y="1025"/>
                    <a:pt x="597" y="1032"/>
                    <a:pt x="600" y="1042"/>
                  </a:cubicBezTo>
                  <a:cubicBezTo>
                    <a:pt x="685" y="1394"/>
                    <a:pt x="685" y="1394"/>
                    <a:pt x="685" y="1394"/>
                  </a:cubicBezTo>
                  <a:cubicBezTo>
                    <a:pt x="685" y="1394"/>
                    <a:pt x="692" y="1434"/>
                    <a:pt x="740" y="1426"/>
                  </a:cubicBezTo>
                  <a:cubicBezTo>
                    <a:pt x="809" y="1409"/>
                    <a:pt x="792" y="1360"/>
                    <a:pt x="792" y="1360"/>
                  </a:cubicBezTo>
                  <a:cubicBezTo>
                    <a:pt x="792" y="1360"/>
                    <a:pt x="757" y="1137"/>
                    <a:pt x="763" y="1011"/>
                  </a:cubicBezTo>
                  <a:cubicBezTo>
                    <a:pt x="770" y="886"/>
                    <a:pt x="888" y="787"/>
                    <a:pt x="888" y="787"/>
                  </a:cubicBezTo>
                  <a:cubicBezTo>
                    <a:pt x="888" y="787"/>
                    <a:pt x="1116" y="503"/>
                    <a:pt x="1174" y="428"/>
                  </a:cubicBezTo>
                  <a:cubicBezTo>
                    <a:pt x="1236" y="346"/>
                    <a:pt x="1182" y="189"/>
                    <a:pt x="1150" y="114"/>
                  </a:cubicBezTo>
                  <a:cubicBezTo>
                    <a:pt x="1161" y="115"/>
                    <a:pt x="1170" y="116"/>
                    <a:pt x="1175" y="119"/>
                  </a:cubicBezTo>
                  <a:cubicBezTo>
                    <a:pt x="1184" y="124"/>
                    <a:pt x="1197" y="130"/>
                    <a:pt x="1203" y="123"/>
                  </a:cubicBezTo>
                  <a:cubicBezTo>
                    <a:pt x="1209" y="116"/>
                    <a:pt x="1208" y="106"/>
                    <a:pt x="1201" y="100"/>
                  </a:cubicBezTo>
                  <a:cubicBezTo>
                    <a:pt x="1084" y="6"/>
                    <a:pt x="1084" y="6"/>
                    <a:pt x="1084" y="6"/>
                  </a:cubicBezTo>
                  <a:cubicBezTo>
                    <a:pt x="1077" y="0"/>
                    <a:pt x="1067" y="1"/>
                    <a:pt x="1061" y="8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1" name="Freeform 50"/>
            <p:cNvSpPr/>
            <p:nvPr/>
          </p:nvSpPr>
          <p:spPr bwMode="auto">
            <a:xfrm>
              <a:off x="4445513" y="1709989"/>
              <a:ext cx="886616" cy="895279"/>
            </a:xfrm>
            <a:custGeom>
              <a:avLst/>
              <a:gdLst>
                <a:gd name="T0" fmla="*/ 433 w 572"/>
                <a:gd name="T1" fmla="*/ 80 h 577"/>
                <a:gd name="T2" fmla="*/ 74 w 572"/>
                <a:gd name="T3" fmla="*/ 133 h 577"/>
                <a:gd name="T4" fmla="*/ 0 w 572"/>
                <a:gd name="T5" fmla="*/ 420 h 577"/>
                <a:gd name="T6" fmla="*/ 198 w 572"/>
                <a:gd name="T7" fmla="*/ 577 h 577"/>
                <a:gd name="T8" fmla="*/ 461 w 572"/>
                <a:gd name="T9" fmla="*/ 444 h 577"/>
                <a:gd name="T10" fmla="*/ 435 w 572"/>
                <a:gd name="T11" fmla="*/ 82 h 577"/>
                <a:gd name="T12" fmla="*/ 433 w 572"/>
                <a:gd name="T13" fmla="*/ 80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2" h="577" extrusionOk="0">
                  <a:moveTo>
                    <a:pt x="433" y="80"/>
                  </a:moveTo>
                  <a:cubicBezTo>
                    <a:pt x="330" y="0"/>
                    <a:pt x="153" y="2"/>
                    <a:pt x="74" y="133"/>
                  </a:cubicBezTo>
                  <a:cubicBezTo>
                    <a:pt x="3" y="250"/>
                    <a:pt x="49" y="356"/>
                    <a:pt x="0" y="420"/>
                  </a:cubicBezTo>
                  <a:cubicBezTo>
                    <a:pt x="198" y="577"/>
                    <a:pt x="198" y="577"/>
                    <a:pt x="198" y="577"/>
                  </a:cubicBezTo>
                  <a:cubicBezTo>
                    <a:pt x="249" y="516"/>
                    <a:pt x="362" y="538"/>
                    <a:pt x="461" y="444"/>
                  </a:cubicBezTo>
                  <a:cubicBezTo>
                    <a:pt x="572" y="338"/>
                    <a:pt x="536" y="164"/>
                    <a:pt x="435" y="82"/>
                  </a:cubicBezTo>
                  <a:lnTo>
                    <a:pt x="433" y="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3093929" y="3627619"/>
              <a:ext cx="2888" cy="144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3" name="Freeform 52"/>
            <p:cNvSpPr/>
            <p:nvPr/>
          </p:nvSpPr>
          <p:spPr bwMode="auto">
            <a:xfrm>
              <a:off x="3095373" y="362761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2933645" y="3627619"/>
              <a:ext cx="192052" cy="345116"/>
            </a:xfrm>
            <a:custGeom>
              <a:avLst/>
              <a:gdLst>
                <a:gd name="T0" fmla="*/ 0 w 124"/>
                <a:gd name="T1" fmla="*/ 222 h 222"/>
                <a:gd name="T2" fmla="*/ 0 w 124"/>
                <a:gd name="T3" fmla="*/ 222 h 222"/>
                <a:gd name="T4" fmla="*/ 0 w 124"/>
                <a:gd name="T5" fmla="*/ 222 h 222"/>
                <a:gd name="T6" fmla="*/ 0 w 124"/>
                <a:gd name="T7" fmla="*/ 222 h 222"/>
                <a:gd name="T8" fmla="*/ 55 w 124"/>
                <a:gd name="T9" fmla="*/ 195 h 222"/>
                <a:gd name="T10" fmla="*/ 37 w 124"/>
                <a:gd name="T11" fmla="*/ 205 h 222"/>
                <a:gd name="T12" fmla="*/ 55 w 124"/>
                <a:gd name="T13" fmla="*/ 195 h 222"/>
                <a:gd name="T14" fmla="*/ 101 w 124"/>
                <a:gd name="T15" fmla="*/ 156 h 222"/>
                <a:gd name="T16" fmla="*/ 84 w 124"/>
                <a:gd name="T17" fmla="*/ 175 h 222"/>
                <a:gd name="T18" fmla="*/ 101 w 124"/>
                <a:gd name="T19" fmla="*/ 156 h 222"/>
                <a:gd name="T20" fmla="*/ 123 w 124"/>
                <a:gd name="T21" fmla="*/ 60 h 222"/>
                <a:gd name="T22" fmla="*/ 124 w 124"/>
                <a:gd name="T23" fmla="*/ 77 h 222"/>
                <a:gd name="T24" fmla="*/ 123 w 124"/>
                <a:gd name="T25" fmla="*/ 60 h 222"/>
                <a:gd name="T26" fmla="*/ 105 w 124"/>
                <a:gd name="T27" fmla="*/ 0 h 222"/>
                <a:gd name="T28" fmla="*/ 108 w 124"/>
                <a:gd name="T29" fmla="*/ 3 h 222"/>
                <a:gd name="T30" fmla="*/ 106 w 124"/>
                <a:gd name="T31" fmla="*/ 1 h 222"/>
                <a:gd name="T32" fmla="*/ 105 w 124"/>
                <a:gd name="T33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4" h="222" extrusionOk="0">
                  <a:moveTo>
                    <a:pt x="0" y="222"/>
                  </a:move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moveTo>
                    <a:pt x="55" y="195"/>
                  </a:moveTo>
                  <a:cubicBezTo>
                    <a:pt x="49" y="198"/>
                    <a:pt x="43" y="202"/>
                    <a:pt x="37" y="205"/>
                  </a:cubicBezTo>
                  <a:cubicBezTo>
                    <a:pt x="43" y="202"/>
                    <a:pt x="49" y="199"/>
                    <a:pt x="55" y="195"/>
                  </a:cubicBezTo>
                  <a:moveTo>
                    <a:pt x="101" y="156"/>
                  </a:moveTo>
                  <a:cubicBezTo>
                    <a:pt x="96" y="163"/>
                    <a:pt x="90" y="169"/>
                    <a:pt x="84" y="175"/>
                  </a:cubicBezTo>
                  <a:cubicBezTo>
                    <a:pt x="90" y="169"/>
                    <a:pt x="96" y="163"/>
                    <a:pt x="101" y="156"/>
                  </a:cubicBezTo>
                  <a:moveTo>
                    <a:pt x="123" y="60"/>
                  </a:moveTo>
                  <a:cubicBezTo>
                    <a:pt x="123" y="65"/>
                    <a:pt x="124" y="71"/>
                    <a:pt x="124" y="77"/>
                  </a:cubicBezTo>
                  <a:cubicBezTo>
                    <a:pt x="124" y="72"/>
                    <a:pt x="123" y="66"/>
                    <a:pt x="123" y="60"/>
                  </a:cubicBezTo>
                  <a:moveTo>
                    <a:pt x="105" y="0"/>
                  </a:moveTo>
                  <a:cubicBezTo>
                    <a:pt x="106" y="1"/>
                    <a:pt x="107" y="2"/>
                    <a:pt x="108" y="3"/>
                  </a:cubicBezTo>
                  <a:cubicBezTo>
                    <a:pt x="107" y="2"/>
                    <a:pt x="106" y="1"/>
                    <a:pt x="106" y="1"/>
                  </a:cubicBezTo>
                  <a:cubicBezTo>
                    <a:pt x="105" y="1"/>
                    <a:pt x="105" y="0"/>
                    <a:pt x="105" y="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5" name="Freeform 54"/>
            <p:cNvSpPr/>
            <p:nvPr/>
          </p:nvSpPr>
          <p:spPr bwMode="auto">
            <a:xfrm>
              <a:off x="2776249" y="3629063"/>
              <a:ext cx="431756" cy="464968"/>
            </a:xfrm>
            <a:custGeom>
              <a:avLst/>
              <a:gdLst>
                <a:gd name="T0" fmla="*/ 208 w 279"/>
                <a:gd name="T1" fmla="*/ 0 h 300"/>
                <a:gd name="T2" fmla="*/ 210 w 279"/>
                <a:gd name="T3" fmla="*/ 2 h 300"/>
                <a:gd name="T4" fmla="*/ 220 w 279"/>
                <a:gd name="T5" fmla="*/ 27 h 300"/>
                <a:gd name="T6" fmla="*/ 225 w 279"/>
                <a:gd name="T7" fmla="*/ 59 h 300"/>
                <a:gd name="T8" fmla="*/ 226 w 279"/>
                <a:gd name="T9" fmla="*/ 76 h 300"/>
                <a:gd name="T10" fmla="*/ 226 w 279"/>
                <a:gd name="T11" fmla="*/ 77 h 300"/>
                <a:gd name="T12" fmla="*/ 203 w 279"/>
                <a:gd name="T13" fmla="*/ 155 h 300"/>
                <a:gd name="T14" fmla="*/ 186 w 279"/>
                <a:gd name="T15" fmla="*/ 174 h 300"/>
                <a:gd name="T16" fmla="*/ 167 w 279"/>
                <a:gd name="T17" fmla="*/ 188 h 300"/>
                <a:gd name="T18" fmla="*/ 157 w 279"/>
                <a:gd name="T19" fmla="*/ 194 h 300"/>
                <a:gd name="T20" fmla="*/ 139 w 279"/>
                <a:gd name="T21" fmla="*/ 204 h 300"/>
                <a:gd name="T22" fmla="*/ 102 w 279"/>
                <a:gd name="T23" fmla="*/ 221 h 300"/>
                <a:gd name="T24" fmla="*/ 102 w 279"/>
                <a:gd name="T25" fmla="*/ 221 h 300"/>
                <a:gd name="T26" fmla="*/ 102 w 279"/>
                <a:gd name="T27" fmla="*/ 221 h 300"/>
                <a:gd name="T28" fmla="*/ 58 w 279"/>
                <a:gd name="T29" fmla="*/ 239 h 300"/>
                <a:gd name="T30" fmla="*/ 0 w 279"/>
                <a:gd name="T31" fmla="*/ 262 h 300"/>
                <a:gd name="T32" fmla="*/ 11 w 279"/>
                <a:gd name="T33" fmla="*/ 300 h 300"/>
                <a:gd name="T34" fmla="*/ 136 w 279"/>
                <a:gd name="T35" fmla="*/ 245 h 300"/>
                <a:gd name="T36" fmla="*/ 224 w 279"/>
                <a:gd name="T37" fmla="*/ 21 h 300"/>
                <a:gd name="T38" fmla="*/ 208 w 279"/>
                <a:gd name="T39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79" h="300" extrusionOk="0">
                  <a:moveTo>
                    <a:pt x="208" y="0"/>
                  </a:moveTo>
                  <a:cubicBezTo>
                    <a:pt x="208" y="0"/>
                    <a:pt x="209" y="1"/>
                    <a:pt x="210" y="2"/>
                  </a:cubicBezTo>
                  <a:cubicBezTo>
                    <a:pt x="213" y="5"/>
                    <a:pt x="217" y="12"/>
                    <a:pt x="220" y="27"/>
                  </a:cubicBezTo>
                  <a:cubicBezTo>
                    <a:pt x="222" y="38"/>
                    <a:pt x="224" y="48"/>
                    <a:pt x="225" y="59"/>
                  </a:cubicBezTo>
                  <a:cubicBezTo>
                    <a:pt x="225" y="65"/>
                    <a:pt x="226" y="71"/>
                    <a:pt x="226" y="76"/>
                  </a:cubicBezTo>
                  <a:cubicBezTo>
                    <a:pt x="226" y="77"/>
                    <a:pt x="226" y="77"/>
                    <a:pt x="226" y="77"/>
                  </a:cubicBezTo>
                  <a:cubicBezTo>
                    <a:pt x="227" y="108"/>
                    <a:pt x="219" y="134"/>
                    <a:pt x="203" y="155"/>
                  </a:cubicBezTo>
                  <a:cubicBezTo>
                    <a:pt x="198" y="162"/>
                    <a:pt x="192" y="168"/>
                    <a:pt x="186" y="174"/>
                  </a:cubicBezTo>
                  <a:cubicBezTo>
                    <a:pt x="180" y="179"/>
                    <a:pt x="174" y="184"/>
                    <a:pt x="167" y="188"/>
                  </a:cubicBezTo>
                  <a:cubicBezTo>
                    <a:pt x="164" y="190"/>
                    <a:pt x="160" y="192"/>
                    <a:pt x="157" y="194"/>
                  </a:cubicBezTo>
                  <a:cubicBezTo>
                    <a:pt x="151" y="198"/>
                    <a:pt x="145" y="201"/>
                    <a:pt x="139" y="204"/>
                  </a:cubicBezTo>
                  <a:cubicBezTo>
                    <a:pt x="127" y="210"/>
                    <a:pt x="115" y="215"/>
                    <a:pt x="102" y="221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102" y="221"/>
                    <a:pt x="102" y="221"/>
                    <a:pt x="102" y="221"/>
                  </a:cubicBezTo>
                  <a:cubicBezTo>
                    <a:pt x="87" y="227"/>
                    <a:pt x="72" y="233"/>
                    <a:pt x="58" y="239"/>
                  </a:cubicBezTo>
                  <a:cubicBezTo>
                    <a:pt x="24" y="253"/>
                    <a:pt x="0" y="262"/>
                    <a:pt x="0" y="262"/>
                  </a:cubicBezTo>
                  <a:cubicBezTo>
                    <a:pt x="11" y="300"/>
                    <a:pt x="11" y="300"/>
                    <a:pt x="11" y="300"/>
                  </a:cubicBezTo>
                  <a:cubicBezTo>
                    <a:pt x="136" y="245"/>
                    <a:pt x="136" y="245"/>
                    <a:pt x="136" y="245"/>
                  </a:cubicBezTo>
                  <a:cubicBezTo>
                    <a:pt x="279" y="175"/>
                    <a:pt x="237" y="59"/>
                    <a:pt x="224" y="21"/>
                  </a:cubicBezTo>
                  <a:cubicBezTo>
                    <a:pt x="218" y="6"/>
                    <a:pt x="211" y="1"/>
                    <a:pt x="208" y="0"/>
                  </a:cubicBezTo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6" name="Freeform 55"/>
            <p:cNvSpPr/>
            <p:nvPr/>
          </p:nvSpPr>
          <p:spPr bwMode="auto">
            <a:xfrm>
              <a:off x="2890325" y="3644947"/>
              <a:ext cx="218044" cy="223820"/>
            </a:xfrm>
            <a:custGeom>
              <a:avLst/>
              <a:gdLst>
                <a:gd name="T0" fmla="*/ 0 w 141"/>
                <a:gd name="T1" fmla="*/ 44 h 144"/>
                <a:gd name="T2" fmla="*/ 111 w 141"/>
                <a:gd name="T3" fmla="*/ 0 h 144"/>
                <a:gd name="T4" fmla="*/ 60 w 141"/>
                <a:gd name="T5" fmla="*/ 141 h 144"/>
                <a:gd name="T6" fmla="*/ 47 w 141"/>
                <a:gd name="T7" fmla="*/ 142 h 144"/>
                <a:gd name="T8" fmla="*/ 38 w 141"/>
                <a:gd name="T9" fmla="*/ 132 h 144"/>
                <a:gd name="T10" fmla="*/ 0 w 141"/>
                <a:gd name="T11" fmla="*/ 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1" h="144" extrusionOk="0">
                  <a:moveTo>
                    <a:pt x="0" y="44"/>
                  </a:moveTo>
                  <a:cubicBezTo>
                    <a:pt x="111" y="0"/>
                    <a:pt x="111" y="0"/>
                    <a:pt x="111" y="0"/>
                  </a:cubicBezTo>
                  <a:cubicBezTo>
                    <a:pt x="141" y="87"/>
                    <a:pt x="103" y="120"/>
                    <a:pt x="60" y="141"/>
                  </a:cubicBezTo>
                  <a:cubicBezTo>
                    <a:pt x="60" y="141"/>
                    <a:pt x="53" y="144"/>
                    <a:pt x="47" y="142"/>
                  </a:cubicBezTo>
                  <a:cubicBezTo>
                    <a:pt x="41" y="141"/>
                    <a:pt x="38" y="132"/>
                    <a:pt x="38" y="132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3863581" y="4304855"/>
              <a:ext cx="105412" cy="202160"/>
            </a:xfrm>
            <a:custGeom>
              <a:avLst/>
              <a:gdLst>
                <a:gd name="T0" fmla="*/ 20 w 68"/>
                <a:gd name="T1" fmla="*/ 0 h 130"/>
                <a:gd name="T2" fmla="*/ 0 w 68"/>
                <a:gd name="T3" fmla="*/ 0 h 130"/>
                <a:gd name="T4" fmla="*/ 12 w 68"/>
                <a:gd name="T5" fmla="*/ 130 h 130"/>
                <a:gd name="T6" fmla="*/ 18 w 68"/>
                <a:gd name="T7" fmla="*/ 130 h 130"/>
                <a:gd name="T8" fmla="*/ 65 w 68"/>
                <a:gd name="T9" fmla="*/ 62 h 130"/>
                <a:gd name="T10" fmla="*/ 20 w 68"/>
                <a:gd name="T1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8" h="130" extrusionOk="0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44"/>
                    <a:pt x="7" y="90"/>
                    <a:pt x="12" y="130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8" y="130"/>
                    <a:pt x="62" y="127"/>
                    <a:pt x="65" y="62"/>
                  </a:cubicBezTo>
                  <a:cubicBezTo>
                    <a:pt x="68" y="0"/>
                    <a:pt x="20" y="0"/>
                    <a:pt x="20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8" name="Freeform 57"/>
            <p:cNvSpPr/>
            <p:nvPr/>
          </p:nvSpPr>
          <p:spPr bwMode="auto">
            <a:xfrm>
              <a:off x="3605105" y="4310631"/>
              <a:ext cx="79420" cy="200716"/>
            </a:xfrm>
            <a:custGeom>
              <a:avLst/>
              <a:gdLst>
                <a:gd name="T0" fmla="*/ 20 w 55"/>
                <a:gd name="T1" fmla="*/ 0 h 139"/>
                <a:gd name="T2" fmla="*/ 0 w 55"/>
                <a:gd name="T3" fmla="*/ 0 h 139"/>
                <a:gd name="T4" fmla="*/ 33 w 55"/>
                <a:gd name="T5" fmla="*/ 139 h 139"/>
                <a:gd name="T6" fmla="*/ 55 w 55"/>
                <a:gd name="T7" fmla="*/ 138 h 139"/>
                <a:gd name="T8" fmla="*/ 20 w 55"/>
                <a:gd name="T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39" extrusionOk="0">
                  <a:moveTo>
                    <a:pt x="20" y="0"/>
                  </a:moveTo>
                  <a:lnTo>
                    <a:pt x="0" y="0"/>
                  </a:lnTo>
                  <a:lnTo>
                    <a:pt x="33" y="139"/>
                  </a:lnTo>
                  <a:lnTo>
                    <a:pt x="55" y="138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264E5A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59" name="Freeform 58"/>
            <p:cNvSpPr/>
            <p:nvPr/>
          </p:nvSpPr>
          <p:spPr bwMode="auto">
            <a:xfrm>
              <a:off x="3605105" y="4310631"/>
              <a:ext cx="79420" cy="200716"/>
            </a:xfrm>
            <a:custGeom>
              <a:avLst/>
              <a:gdLst>
                <a:gd name="T0" fmla="*/ 20 w 55"/>
                <a:gd name="T1" fmla="*/ 0 h 139"/>
                <a:gd name="T2" fmla="*/ 0 w 55"/>
                <a:gd name="T3" fmla="*/ 0 h 139"/>
                <a:gd name="T4" fmla="*/ 33 w 55"/>
                <a:gd name="T5" fmla="*/ 139 h 139"/>
                <a:gd name="T6" fmla="*/ 55 w 55"/>
                <a:gd name="T7" fmla="*/ 138 h 139"/>
                <a:gd name="T8" fmla="*/ 20 w 55"/>
                <a:gd name="T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39" extrusionOk="0">
                  <a:moveTo>
                    <a:pt x="20" y="0"/>
                  </a:moveTo>
                  <a:lnTo>
                    <a:pt x="0" y="0"/>
                  </a:lnTo>
                  <a:lnTo>
                    <a:pt x="33" y="139"/>
                  </a:lnTo>
                  <a:lnTo>
                    <a:pt x="55" y="138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0" name="Freeform 59"/>
            <p:cNvSpPr>
              <a:spLocks noEditPoints="1"/>
            </p:cNvSpPr>
            <p:nvPr/>
          </p:nvSpPr>
          <p:spPr bwMode="auto">
            <a:xfrm>
              <a:off x="3502581" y="4304855"/>
              <a:ext cx="379771" cy="206492"/>
            </a:xfrm>
            <a:custGeom>
              <a:avLst/>
              <a:gdLst>
                <a:gd name="T0" fmla="*/ 66 w 245"/>
                <a:gd name="T1" fmla="*/ 3 h 133"/>
                <a:gd name="T2" fmla="*/ 63 w 245"/>
                <a:gd name="T3" fmla="*/ 3 h 133"/>
                <a:gd name="T4" fmla="*/ 3 w 245"/>
                <a:gd name="T5" fmla="*/ 71 h 133"/>
                <a:gd name="T6" fmla="*/ 60 w 245"/>
                <a:gd name="T7" fmla="*/ 133 h 133"/>
                <a:gd name="T8" fmla="*/ 61 w 245"/>
                <a:gd name="T9" fmla="*/ 133 h 133"/>
                <a:gd name="T10" fmla="*/ 97 w 245"/>
                <a:gd name="T11" fmla="*/ 133 h 133"/>
                <a:gd name="T12" fmla="*/ 66 w 245"/>
                <a:gd name="T13" fmla="*/ 3 h 133"/>
                <a:gd name="T14" fmla="*/ 233 w 245"/>
                <a:gd name="T15" fmla="*/ 0 h 133"/>
                <a:gd name="T16" fmla="*/ 85 w 245"/>
                <a:gd name="T17" fmla="*/ 3 h 133"/>
                <a:gd name="T18" fmla="*/ 117 w 245"/>
                <a:gd name="T19" fmla="*/ 132 h 133"/>
                <a:gd name="T20" fmla="*/ 245 w 245"/>
                <a:gd name="T21" fmla="*/ 130 h 133"/>
                <a:gd name="T22" fmla="*/ 233 w 245"/>
                <a:gd name="T23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5" h="133" extrusionOk="0">
                  <a:moveTo>
                    <a:pt x="66" y="3"/>
                  </a:moveTo>
                  <a:cubicBezTo>
                    <a:pt x="63" y="3"/>
                    <a:pt x="63" y="3"/>
                    <a:pt x="63" y="3"/>
                  </a:cubicBezTo>
                  <a:cubicBezTo>
                    <a:pt x="63" y="3"/>
                    <a:pt x="5" y="6"/>
                    <a:pt x="3" y="71"/>
                  </a:cubicBezTo>
                  <a:cubicBezTo>
                    <a:pt x="0" y="131"/>
                    <a:pt x="52" y="133"/>
                    <a:pt x="60" y="133"/>
                  </a:cubicBezTo>
                  <a:cubicBezTo>
                    <a:pt x="60" y="133"/>
                    <a:pt x="61" y="133"/>
                    <a:pt x="61" y="133"/>
                  </a:cubicBezTo>
                  <a:cubicBezTo>
                    <a:pt x="97" y="133"/>
                    <a:pt x="97" y="133"/>
                    <a:pt x="97" y="133"/>
                  </a:cubicBezTo>
                  <a:cubicBezTo>
                    <a:pt x="66" y="3"/>
                    <a:pt x="66" y="3"/>
                    <a:pt x="66" y="3"/>
                  </a:cubicBezTo>
                  <a:moveTo>
                    <a:pt x="233" y="0"/>
                  </a:moveTo>
                  <a:cubicBezTo>
                    <a:pt x="85" y="3"/>
                    <a:pt x="85" y="3"/>
                    <a:pt x="85" y="3"/>
                  </a:cubicBezTo>
                  <a:cubicBezTo>
                    <a:pt x="117" y="132"/>
                    <a:pt x="117" y="132"/>
                    <a:pt x="117" y="132"/>
                  </a:cubicBezTo>
                  <a:cubicBezTo>
                    <a:pt x="245" y="130"/>
                    <a:pt x="245" y="130"/>
                    <a:pt x="245" y="130"/>
                  </a:cubicBezTo>
                  <a:cubicBezTo>
                    <a:pt x="240" y="90"/>
                    <a:pt x="236" y="44"/>
                    <a:pt x="233" y="0"/>
                  </a:cubicBezTo>
                </a:path>
              </a:pathLst>
            </a:custGeom>
            <a:solidFill>
              <a:srgbClr val="464849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1" name="Freeform 60"/>
            <p:cNvSpPr/>
            <p:nvPr/>
          </p:nvSpPr>
          <p:spPr bwMode="auto">
            <a:xfrm>
              <a:off x="3885241" y="4535894"/>
              <a:ext cx="56316" cy="168948"/>
            </a:xfrm>
            <a:custGeom>
              <a:avLst/>
              <a:gdLst>
                <a:gd name="T0" fmla="*/ 0 w 36"/>
                <a:gd name="T1" fmla="*/ 0 h 109"/>
                <a:gd name="T2" fmla="*/ 14 w 36"/>
                <a:gd name="T3" fmla="*/ 103 h 109"/>
                <a:gd name="T4" fmla="*/ 15 w 36"/>
                <a:gd name="T5" fmla="*/ 109 h 109"/>
                <a:gd name="T6" fmla="*/ 35 w 36"/>
                <a:gd name="T7" fmla="*/ 59 h 109"/>
                <a:gd name="T8" fmla="*/ 0 w 36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09" extrusionOk="0">
                  <a:moveTo>
                    <a:pt x="0" y="0"/>
                  </a:moveTo>
                  <a:cubicBezTo>
                    <a:pt x="7" y="60"/>
                    <a:pt x="14" y="103"/>
                    <a:pt x="14" y="103"/>
                  </a:cubicBezTo>
                  <a:cubicBezTo>
                    <a:pt x="14" y="103"/>
                    <a:pt x="15" y="105"/>
                    <a:pt x="15" y="109"/>
                  </a:cubicBezTo>
                  <a:cubicBezTo>
                    <a:pt x="26" y="98"/>
                    <a:pt x="36" y="83"/>
                    <a:pt x="35" y="59"/>
                  </a:cubicBezTo>
                  <a:cubicBezTo>
                    <a:pt x="34" y="18"/>
                    <a:pt x="13" y="5"/>
                    <a:pt x="0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3480921" y="4535894"/>
              <a:ext cx="257032" cy="196384"/>
            </a:xfrm>
            <a:custGeom>
              <a:avLst/>
              <a:gdLst>
                <a:gd name="T0" fmla="*/ 2 w 166"/>
                <a:gd name="T1" fmla="*/ 52 h 126"/>
                <a:gd name="T2" fmla="*/ 1 w 166"/>
                <a:gd name="T3" fmla="*/ 67 h 126"/>
                <a:gd name="T4" fmla="*/ 17 w 166"/>
                <a:gd name="T5" fmla="*/ 113 h 126"/>
                <a:gd name="T6" fmla="*/ 2 w 166"/>
                <a:gd name="T7" fmla="*/ 52 h 126"/>
                <a:gd name="T8" fmla="*/ 135 w 166"/>
                <a:gd name="T9" fmla="*/ 0 h 126"/>
                <a:gd name="T10" fmla="*/ 115 w 166"/>
                <a:gd name="T11" fmla="*/ 0 h 126"/>
                <a:gd name="T12" fmla="*/ 146 w 166"/>
                <a:gd name="T13" fmla="*/ 126 h 126"/>
                <a:gd name="T14" fmla="*/ 166 w 166"/>
                <a:gd name="T15" fmla="*/ 126 h 126"/>
                <a:gd name="T16" fmla="*/ 135 w 166"/>
                <a:gd name="T17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6" h="126" extrusionOk="0">
                  <a:moveTo>
                    <a:pt x="2" y="52"/>
                  </a:moveTo>
                  <a:cubicBezTo>
                    <a:pt x="1" y="56"/>
                    <a:pt x="1" y="62"/>
                    <a:pt x="1" y="67"/>
                  </a:cubicBezTo>
                  <a:cubicBezTo>
                    <a:pt x="0" y="90"/>
                    <a:pt x="8" y="104"/>
                    <a:pt x="17" y="113"/>
                  </a:cubicBezTo>
                  <a:cubicBezTo>
                    <a:pt x="2" y="52"/>
                    <a:pt x="2" y="52"/>
                    <a:pt x="2" y="52"/>
                  </a:cubicBezTo>
                  <a:moveTo>
                    <a:pt x="13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46" y="126"/>
                    <a:pt x="146" y="126"/>
                    <a:pt x="146" y="126"/>
                  </a:cubicBezTo>
                  <a:cubicBezTo>
                    <a:pt x="166" y="126"/>
                    <a:pt x="166" y="126"/>
                    <a:pt x="166" y="126"/>
                  </a:cubicBezTo>
                  <a:cubicBezTo>
                    <a:pt x="135" y="0"/>
                    <a:pt x="135" y="0"/>
                    <a:pt x="135" y="0"/>
                  </a:cubicBezTo>
                </a:path>
              </a:pathLst>
            </a:custGeom>
            <a:solidFill>
              <a:srgbClr val="264E5A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3" name="Freeform 62"/>
            <p:cNvSpPr>
              <a:spLocks noEditPoints="1"/>
            </p:cNvSpPr>
            <p:nvPr/>
          </p:nvSpPr>
          <p:spPr bwMode="auto">
            <a:xfrm>
              <a:off x="3483809" y="4533006"/>
              <a:ext cx="424536" cy="202160"/>
            </a:xfrm>
            <a:custGeom>
              <a:avLst/>
              <a:gdLst>
                <a:gd name="T0" fmla="*/ 113 w 274"/>
                <a:gd name="T1" fmla="*/ 2 h 130"/>
                <a:gd name="T2" fmla="*/ 59 w 274"/>
                <a:gd name="T3" fmla="*/ 3 h 130"/>
                <a:gd name="T4" fmla="*/ 0 w 274"/>
                <a:gd name="T5" fmla="*/ 54 h 130"/>
                <a:gd name="T6" fmla="*/ 15 w 274"/>
                <a:gd name="T7" fmla="*/ 115 h 130"/>
                <a:gd name="T8" fmla="*/ 56 w 274"/>
                <a:gd name="T9" fmla="*/ 130 h 130"/>
                <a:gd name="T10" fmla="*/ 57 w 274"/>
                <a:gd name="T11" fmla="*/ 130 h 130"/>
                <a:gd name="T12" fmla="*/ 144 w 274"/>
                <a:gd name="T13" fmla="*/ 128 h 130"/>
                <a:gd name="T14" fmla="*/ 113 w 274"/>
                <a:gd name="T15" fmla="*/ 2 h 130"/>
                <a:gd name="T16" fmla="*/ 249 w 274"/>
                <a:gd name="T17" fmla="*/ 0 h 130"/>
                <a:gd name="T18" fmla="*/ 133 w 274"/>
                <a:gd name="T19" fmla="*/ 2 h 130"/>
                <a:gd name="T20" fmla="*/ 164 w 274"/>
                <a:gd name="T21" fmla="*/ 128 h 130"/>
                <a:gd name="T22" fmla="*/ 247 w 274"/>
                <a:gd name="T23" fmla="*/ 127 h 130"/>
                <a:gd name="T24" fmla="*/ 274 w 274"/>
                <a:gd name="T25" fmla="*/ 111 h 130"/>
                <a:gd name="T26" fmla="*/ 273 w 274"/>
                <a:gd name="T27" fmla="*/ 105 h 130"/>
                <a:gd name="T28" fmla="*/ 259 w 274"/>
                <a:gd name="T29" fmla="*/ 2 h 130"/>
                <a:gd name="T30" fmla="*/ 249 w 274"/>
                <a:gd name="T31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74" h="130" extrusionOk="0">
                  <a:moveTo>
                    <a:pt x="113" y="2"/>
                  </a:move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10" y="8"/>
                    <a:pt x="0" y="54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30" y="129"/>
                    <a:pt x="52" y="130"/>
                    <a:pt x="56" y="130"/>
                  </a:cubicBezTo>
                  <a:cubicBezTo>
                    <a:pt x="56" y="130"/>
                    <a:pt x="57" y="130"/>
                    <a:pt x="57" y="130"/>
                  </a:cubicBezTo>
                  <a:cubicBezTo>
                    <a:pt x="144" y="128"/>
                    <a:pt x="144" y="128"/>
                    <a:pt x="144" y="128"/>
                  </a:cubicBezTo>
                  <a:cubicBezTo>
                    <a:pt x="113" y="2"/>
                    <a:pt x="113" y="2"/>
                    <a:pt x="113" y="2"/>
                  </a:cubicBezTo>
                  <a:moveTo>
                    <a:pt x="249" y="0"/>
                  </a:moveTo>
                  <a:cubicBezTo>
                    <a:pt x="133" y="2"/>
                    <a:pt x="133" y="2"/>
                    <a:pt x="133" y="2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247" y="127"/>
                    <a:pt x="247" y="127"/>
                    <a:pt x="247" y="127"/>
                  </a:cubicBezTo>
                  <a:cubicBezTo>
                    <a:pt x="247" y="127"/>
                    <a:pt x="261" y="123"/>
                    <a:pt x="274" y="111"/>
                  </a:cubicBezTo>
                  <a:cubicBezTo>
                    <a:pt x="274" y="107"/>
                    <a:pt x="273" y="105"/>
                    <a:pt x="273" y="105"/>
                  </a:cubicBezTo>
                  <a:cubicBezTo>
                    <a:pt x="273" y="105"/>
                    <a:pt x="266" y="62"/>
                    <a:pt x="259" y="2"/>
                  </a:cubicBezTo>
                  <a:cubicBezTo>
                    <a:pt x="253" y="0"/>
                    <a:pt x="249" y="0"/>
                    <a:pt x="249" y="0"/>
                  </a:cubicBezTo>
                </a:path>
              </a:pathLst>
            </a:custGeom>
            <a:solidFill>
              <a:srgbClr val="464849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4" name="Freeform 63"/>
            <p:cNvSpPr/>
            <p:nvPr/>
          </p:nvSpPr>
          <p:spPr bwMode="auto">
            <a:xfrm>
              <a:off x="3886685" y="3849995"/>
              <a:ext cx="160284" cy="193496"/>
            </a:xfrm>
            <a:custGeom>
              <a:avLst/>
              <a:gdLst>
                <a:gd name="T0" fmla="*/ 81 w 103"/>
                <a:gd name="T1" fmla="*/ 0 h 125"/>
                <a:gd name="T2" fmla="*/ 0 w 103"/>
                <a:gd name="T3" fmla="*/ 125 h 125"/>
                <a:gd name="T4" fmla="*/ 53 w 103"/>
                <a:gd name="T5" fmla="*/ 124 h 125"/>
                <a:gd name="T6" fmla="*/ 103 w 103"/>
                <a:gd name="T7" fmla="*/ 51 h 125"/>
                <a:gd name="T8" fmla="*/ 81 w 103"/>
                <a:gd name="T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25" extrusionOk="0">
                  <a:moveTo>
                    <a:pt x="81" y="0"/>
                  </a:moveTo>
                  <a:cubicBezTo>
                    <a:pt x="56" y="26"/>
                    <a:pt x="20" y="71"/>
                    <a:pt x="0" y="125"/>
                  </a:cubicBezTo>
                  <a:cubicBezTo>
                    <a:pt x="53" y="124"/>
                    <a:pt x="53" y="124"/>
                    <a:pt x="53" y="124"/>
                  </a:cubicBezTo>
                  <a:cubicBezTo>
                    <a:pt x="53" y="124"/>
                    <a:pt x="103" y="113"/>
                    <a:pt x="103" y="51"/>
                  </a:cubicBezTo>
                  <a:cubicBezTo>
                    <a:pt x="103" y="25"/>
                    <a:pt x="92" y="9"/>
                    <a:pt x="81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5" name="Freeform 64"/>
            <p:cNvSpPr/>
            <p:nvPr/>
          </p:nvSpPr>
          <p:spPr bwMode="auto">
            <a:xfrm>
              <a:off x="3577669" y="3829779"/>
              <a:ext cx="434644" cy="218044"/>
            </a:xfrm>
            <a:custGeom>
              <a:avLst/>
              <a:gdLst>
                <a:gd name="T0" fmla="*/ 255 w 281"/>
                <a:gd name="T1" fmla="*/ 0 h 141"/>
                <a:gd name="T2" fmla="*/ 66 w 281"/>
                <a:gd name="T3" fmla="*/ 3 h 141"/>
                <a:gd name="T4" fmla="*/ 5 w 281"/>
                <a:gd name="T5" fmla="*/ 75 h 141"/>
                <a:gd name="T6" fmla="*/ 63 w 281"/>
                <a:gd name="T7" fmla="*/ 141 h 141"/>
                <a:gd name="T8" fmla="*/ 200 w 281"/>
                <a:gd name="T9" fmla="*/ 138 h 141"/>
                <a:gd name="T10" fmla="*/ 281 w 281"/>
                <a:gd name="T11" fmla="*/ 13 h 141"/>
                <a:gd name="T12" fmla="*/ 255 w 281"/>
                <a:gd name="T13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141" extrusionOk="0">
                  <a:moveTo>
                    <a:pt x="255" y="0"/>
                  </a:moveTo>
                  <a:cubicBezTo>
                    <a:pt x="66" y="3"/>
                    <a:pt x="66" y="3"/>
                    <a:pt x="66" y="3"/>
                  </a:cubicBezTo>
                  <a:cubicBezTo>
                    <a:pt x="66" y="3"/>
                    <a:pt x="10" y="8"/>
                    <a:pt x="5" y="75"/>
                  </a:cubicBezTo>
                  <a:cubicBezTo>
                    <a:pt x="0" y="139"/>
                    <a:pt x="63" y="141"/>
                    <a:pt x="63" y="141"/>
                  </a:cubicBezTo>
                  <a:cubicBezTo>
                    <a:pt x="200" y="138"/>
                    <a:pt x="200" y="138"/>
                    <a:pt x="200" y="138"/>
                  </a:cubicBezTo>
                  <a:cubicBezTo>
                    <a:pt x="220" y="84"/>
                    <a:pt x="256" y="39"/>
                    <a:pt x="281" y="13"/>
                  </a:cubicBezTo>
                  <a:cubicBezTo>
                    <a:pt x="269" y="2"/>
                    <a:pt x="255" y="0"/>
                    <a:pt x="255" y="0"/>
                  </a:cubicBezTo>
                </a:path>
              </a:pathLst>
            </a:custGeom>
            <a:solidFill>
              <a:srgbClr val="464849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6" name="Freeform 65"/>
            <p:cNvSpPr/>
            <p:nvPr/>
          </p:nvSpPr>
          <p:spPr bwMode="auto">
            <a:xfrm>
              <a:off x="3860693" y="4068038"/>
              <a:ext cx="121296" cy="213712"/>
            </a:xfrm>
            <a:custGeom>
              <a:avLst/>
              <a:gdLst>
                <a:gd name="T0" fmla="*/ 30 w 78"/>
                <a:gd name="T1" fmla="*/ 0 h 138"/>
                <a:gd name="T2" fmla="*/ 11 w 78"/>
                <a:gd name="T3" fmla="*/ 1 h 138"/>
                <a:gd name="T4" fmla="*/ 1 w 78"/>
                <a:gd name="T5" fmla="*/ 56 h 138"/>
                <a:gd name="T6" fmla="*/ 2 w 78"/>
                <a:gd name="T7" fmla="*/ 138 h 138"/>
                <a:gd name="T8" fmla="*/ 28 w 78"/>
                <a:gd name="T9" fmla="*/ 138 h 138"/>
                <a:gd name="T10" fmla="*/ 78 w 78"/>
                <a:gd name="T11" fmla="*/ 65 h 138"/>
                <a:gd name="T12" fmla="*/ 30 w 78"/>
                <a:gd name="T1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" h="138" extrusionOk="0">
                  <a:moveTo>
                    <a:pt x="30" y="0"/>
                  </a:moveTo>
                  <a:cubicBezTo>
                    <a:pt x="11" y="1"/>
                    <a:pt x="11" y="1"/>
                    <a:pt x="11" y="1"/>
                  </a:cubicBezTo>
                  <a:cubicBezTo>
                    <a:pt x="6" y="18"/>
                    <a:pt x="2" y="37"/>
                    <a:pt x="1" y="56"/>
                  </a:cubicBezTo>
                  <a:cubicBezTo>
                    <a:pt x="0" y="81"/>
                    <a:pt x="0" y="109"/>
                    <a:pt x="2" y="138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8" y="138"/>
                    <a:pt x="78" y="126"/>
                    <a:pt x="78" y="65"/>
                  </a:cubicBezTo>
                  <a:cubicBezTo>
                    <a:pt x="78" y="8"/>
                    <a:pt x="30" y="0"/>
                    <a:pt x="30" y="0"/>
                  </a:cubicBezTo>
                </a:path>
              </a:pathLst>
            </a:custGeom>
            <a:solidFill>
              <a:srgbClr val="595A5C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7" name="Freeform 66"/>
            <p:cNvSpPr/>
            <p:nvPr/>
          </p:nvSpPr>
          <p:spPr bwMode="auto">
            <a:xfrm>
              <a:off x="3574781" y="4177783"/>
              <a:ext cx="54872" cy="108300"/>
            </a:xfrm>
            <a:custGeom>
              <a:avLst/>
              <a:gdLst>
                <a:gd name="T0" fmla="*/ 9 w 35"/>
                <a:gd name="T1" fmla="*/ 0 h 70"/>
                <a:gd name="T2" fmla="*/ 7 w 35"/>
                <a:gd name="T3" fmla="*/ 1 h 70"/>
                <a:gd name="T4" fmla="*/ 3 w 35"/>
                <a:gd name="T5" fmla="*/ 22 h 70"/>
                <a:gd name="T6" fmla="*/ 15 w 35"/>
                <a:gd name="T7" fmla="*/ 70 h 70"/>
                <a:gd name="T8" fmla="*/ 22 w 35"/>
                <a:gd name="T9" fmla="*/ 70 h 70"/>
                <a:gd name="T10" fmla="*/ 35 w 35"/>
                <a:gd name="T11" fmla="*/ 70 h 70"/>
                <a:gd name="T12" fmla="*/ 22 w 35"/>
                <a:gd name="T13" fmla="*/ 16 h 70"/>
                <a:gd name="T14" fmla="*/ 9 w 35"/>
                <a:gd name="T15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0" extrusionOk="0">
                  <a:moveTo>
                    <a:pt x="9" y="0"/>
                  </a:moveTo>
                  <a:cubicBezTo>
                    <a:pt x="8" y="0"/>
                    <a:pt x="7" y="0"/>
                    <a:pt x="7" y="1"/>
                  </a:cubicBezTo>
                  <a:cubicBezTo>
                    <a:pt x="2" y="2"/>
                    <a:pt x="0" y="12"/>
                    <a:pt x="3" y="22"/>
                  </a:cubicBezTo>
                  <a:cubicBezTo>
                    <a:pt x="15" y="70"/>
                    <a:pt x="15" y="70"/>
                    <a:pt x="15" y="70"/>
                  </a:cubicBezTo>
                  <a:cubicBezTo>
                    <a:pt x="19" y="70"/>
                    <a:pt x="22" y="70"/>
                    <a:pt x="22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19" y="7"/>
                    <a:pt x="13" y="0"/>
                    <a:pt x="9" y="0"/>
                  </a:cubicBezTo>
                </a:path>
              </a:pathLst>
            </a:custGeom>
            <a:solidFill>
              <a:srgbClr val="264E5A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8" name="Freeform 67"/>
            <p:cNvSpPr/>
            <p:nvPr/>
          </p:nvSpPr>
          <p:spPr bwMode="auto">
            <a:xfrm>
              <a:off x="3514132" y="4069483"/>
              <a:ext cx="363888" cy="216600"/>
            </a:xfrm>
            <a:custGeom>
              <a:avLst/>
              <a:gdLst>
                <a:gd name="T0" fmla="*/ 235 w 235"/>
                <a:gd name="T1" fmla="*/ 0 h 140"/>
                <a:gd name="T2" fmla="*/ 65 w 235"/>
                <a:gd name="T3" fmla="*/ 3 h 140"/>
                <a:gd name="T4" fmla="*/ 4 w 235"/>
                <a:gd name="T5" fmla="*/ 74 h 140"/>
                <a:gd name="T6" fmla="*/ 55 w 235"/>
                <a:gd name="T7" fmla="*/ 140 h 140"/>
                <a:gd name="T8" fmla="*/ 43 w 235"/>
                <a:gd name="T9" fmla="*/ 92 h 140"/>
                <a:gd name="T10" fmla="*/ 47 w 235"/>
                <a:gd name="T11" fmla="*/ 71 h 140"/>
                <a:gd name="T12" fmla="*/ 49 w 235"/>
                <a:gd name="T13" fmla="*/ 70 h 140"/>
                <a:gd name="T14" fmla="*/ 62 w 235"/>
                <a:gd name="T15" fmla="*/ 86 h 140"/>
                <a:gd name="T16" fmla="*/ 75 w 235"/>
                <a:gd name="T17" fmla="*/ 140 h 140"/>
                <a:gd name="T18" fmla="*/ 226 w 235"/>
                <a:gd name="T19" fmla="*/ 137 h 140"/>
                <a:gd name="T20" fmla="*/ 225 w 235"/>
                <a:gd name="T21" fmla="*/ 55 h 140"/>
                <a:gd name="T22" fmla="*/ 235 w 235"/>
                <a:gd name="T23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5" h="140" extrusionOk="0">
                  <a:moveTo>
                    <a:pt x="235" y="0"/>
                  </a:moveTo>
                  <a:cubicBezTo>
                    <a:pt x="65" y="3"/>
                    <a:pt x="65" y="3"/>
                    <a:pt x="65" y="3"/>
                  </a:cubicBezTo>
                  <a:cubicBezTo>
                    <a:pt x="65" y="3"/>
                    <a:pt x="9" y="8"/>
                    <a:pt x="4" y="74"/>
                  </a:cubicBezTo>
                  <a:cubicBezTo>
                    <a:pt x="0" y="125"/>
                    <a:pt x="39" y="137"/>
                    <a:pt x="55" y="140"/>
                  </a:cubicBezTo>
                  <a:cubicBezTo>
                    <a:pt x="43" y="92"/>
                    <a:pt x="43" y="92"/>
                    <a:pt x="43" y="92"/>
                  </a:cubicBezTo>
                  <a:cubicBezTo>
                    <a:pt x="40" y="82"/>
                    <a:pt x="42" y="72"/>
                    <a:pt x="47" y="71"/>
                  </a:cubicBezTo>
                  <a:cubicBezTo>
                    <a:pt x="47" y="70"/>
                    <a:pt x="48" y="70"/>
                    <a:pt x="49" y="70"/>
                  </a:cubicBezTo>
                  <a:cubicBezTo>
                    <a:pt x="53" y="70"/>
                    <a:pt x="59" y="77"/>
                    <a:pt x="62" y="86"/>
                  </a:cubicBezTo>
                  <a:cubicBezTo>
                    <a:pt x="75" y="140"/>
                    <a:pt x="75" y="140"/>
                    <a:pt x="75" y="140"/>
                  </a:cubicBezTo>
                  <a:cubicBezTo>
                    <a:pt x="226" y="137"/>
                    <a:pt x="226" y="137"/>
                    <a:pt x="226" y="137"/>
                  </a:cubicBezTo>
                  <a:cubicBezTo>
                    <a:pt x="224" y="108"/>
                    <a:pt x="224" y="80"/>
                    <a:pt x="225" y="55"/>
                  </a:cubicBezTo>
                  <a:cubicBezTo>
                    <a:pt x="226" y="36"/>
                    <a:pt x="230" y="17"/>
                    <a:pt x="235" y="0"/>
                  </a:cubicBezTo>
                </a:path>
              </a:pathLst>
            </a:custGeom>
            <a:solidFill>
              <a:srgbClr val="464849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69" name="Freeform 68"/>
            <p:cNvSpPr/>
            <p:nvPr/>
          </p:nvSpPr>
          <p:spPr bwMode="auto">
            <a:xfrm>
              <a:off x="3544457" y="4290415"/>
              <a:ext cx="462079" cy="206492"/>
            </a:xfrm>
            <a:custGeom>
              <a:avLst/>
              <a:gdLst>
                <a:gd name="T0" fmla="*/ 2 w 298"/>
                <a:gd name="T1" fmla="*/ 70 h 134"/>
                <a:gd name="T2" fmla="*/ 62 w 298"/>
                <a:gd name="T3" fmla="*/ 3 h 134"/>
                <a:gd name="T4" fmla="*/ 250 w 298"/>
                <a:gd name="T5" fmla="*/ 0 h 134"/>
                <a:gd name="T6" fmla="*/ 295 w 298"/>
                <a:gd name="T7" fmla="*/ 62 h 134"/>
                <a:gd name="T8" fmla="*/ 249 w 298"/>
                <a:gd name="T9" fmla="*/ 129 h 134"/>
                <a:gd name="T10" fmla="*/ 60 w 298"/>
                <a:gd name="T11" fmla="*/ 132 h 134"/>
                <a:gd name="T12" fmla="*/ 2 w 298"/>
                <a:gd name="T13" fmla="*/ 7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8" h="134" extrusionOk="0">
                  <a:moveTo>
                    <a:pt x="2" y="70"/>
                  </a:moveTo>
                  <a:cubicBezTo>
                    <a:pt x="4" y="5"/>
                    <a:pt x="62" y="3"/>
                    <a:pt x="62" y="3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250" y="0"/>
                    <a:pt x="298" y="0"/>
                    <a:pt x="295" y="62"/>
                  </a:cubicBezTo>
                  <a:cubicBezTo>
                    <a:pt x="293" y="126"/>
                    <a:pt x="249" y="129"/>
                    <a:pt x="249" y="129"/>
                  </a:cubicBezTo>
                  <a:cubicBezTo>
                    <a:pt x="60" y="132"/>
                    <a:pt x="60" y="132"/>
                    <a:pt x="60" y="132"/>
                  </a:cubicBezTo>
                  <a:cubicBezTo>
                    <a:pt x="60" y="132"/>
                    <a:pt x="0" y="134"/>
                    <a:pt x="2" y="70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0" name="Freeform 69"/>
            <p:cNvSpPr/>
            <p:nvPr/>
          </p:nvSpPr>
          <p:spPr bwMode="auto">
            <a:xfrm>
              <a:off x="3522797" y="4515678"/>
              <a:ext cx="459192" cy="202160"/>
            </a:xfrm>
            <a:custGeom>
              <a:avLst/>
              <a:gdLst>
                <a:gd name="T0" fmla="*/ 1 w 296"/>
                <a:gd name="T1" fmla="*/ 68 h 130"/>
                <a:gd name="T2" fmla="*/ 61 w 296"/>
                <a:gd name="T3" fmla="*/ 2 h 130"/>
                <a:gd name="T4" fmla="*/ 249 w 296"/>
                <a:gd name="T5" fmla="*/ 0 h 130"/>
                <a:gd name="T6" fmla="*/ 294 w 296"/>
                <a:gd name="T7" fmla="*/ 60 h 130"/>
                <a:gd name="T8" fmla="*/ 247 w 296"/>
                <a:gd name="T9" fmla="*/ 125 h 130"/>
                <a:gd name="T10" fmla="*/ 59 w 296"/>
                <a:gd name="T11" fmla="*/ 128 h 130"/>
                <a:gd name="T12" fmla="*/ 1 w 296"/>
                <a:gd name="T13" fmla="*/ 68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6" h="130" extrusionOk="0">
                  <a:moveTo>
                    <a:pt x="1" y="68"/>
                  </a:moveTo>
                  <a:cubicBezTo>
                    <a:pt x="1" y="8"/>
                    <a:pt x="61" y="2"/>
                    <a:pt x="61" y="2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249" y="0"/>
                    <a:pt x="292" y="1"/>
                    <a:pt x="294" y="60"/>
                  </a:cubicBezTo>
                  <a:cubicBezTo>
                    <a:pt x="296" y="111"/>
                    <a:pt x="247" y="125"/>
                    <a:pt x="247" y="125"/>
                  </a:cubicBezTo>
                  <a:cubicBezTo>
                    <a:pt x="59" y="128"/>
                    <a:pt x="59" y="128"/>
                    <a:pt x="59" y="128"/>
                  </a:cubicBezTo>
                  <a:cubicBezTo>
                    <a:pt x="59" y="128"/>
                    <a:pt x="0" y="130"/>
                    <a:pt x="1" y="68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1" name="Freeform 70"/>
            <p:cNvSpPr/>
            <p:nvPr/>
          </p:nvSpPr>
          <p:spPr bwMode="auto">
            <a:xfrm>
              <a:off x="3615213" y="3818227"/>
              <a:ext cx="467856" cy="215156"/>
            </a:xfrm>
            <a:custGeom>
              <a:avLst/>
              <a:gdLst>
                <a:gd name="T0" fmla="*/ 5 w 301"/>
                <a:gd name="T1" fmla="*/ 73 h 139"/>
                <a:gd name="T2" fmla="*/ 65 w 301"/>
                <a:gd name="T3" fmla="*/ 2 h 139"/>
                <a:gd name="T4" fmla="*/ 253 w 301"/>
                <a:gd name="T5" fmla="*/ 0 h 139"/>
                <a:gd name="T6" fmla="*/ 301 w 301"/>
                <a:gd name="T7" fmla="*/ 64 h 139"/>
                <a:gd name="T8" fmla="*/ 251 w 301"/>
                <a:gd name="T9" fmla="*/ 136 h 139"/>
                <a:gd name="T10" fmla="*/ 63 w 301"/>
                <a:gd name="T11" fmla="*/ 139 h 139"/>
                <a:gd name="T12" fmla="*/ 5 w 301"/>
                <a:gd name="T13" fmla="*/ 7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139" extrusionOk="0">
                  <a:moveTo>
                    <a:pt x="5" y="73"/>
                  </a:moveTo>
                  <a:cubicBezTo>
                    <a:pt x="9" y="7"/>
                    <a:pt x="65" y="2"/>
                    <a:pt x="65" y="2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53" y="0"/>
                    <a:pt x="300" y="7"/>
                    <a:pt x="301" y="64"/>
                  </a:cubicBezTo>
                  <a:cubicBezTo>
                    <a:pt x="301" y="125"/>
                    <a:pt x="251" y="136"/>
                    <a:pt x="251" y="136"/>
                  </a:cubicBezTo>
                  <a:cubicBezTo>
                    <a:pt x="63" y="139"/>
                    <a:pt x="63" y="139"/>
                    <a:pt x="63" y="139"/>
                  </a:cubicBezTo>
                  <a:cubicBezTo>
                    <a:pt x="63" y="139"/>
                    <a:pt x="0" y="137"/>
                    <a:pt x="5" y="7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2" name="Freeform 71"/>
            <p:cNvSpPr/>
            <p:nvPr/>
          </p:nvSpPr>
          <p:spPr bwMode="auto">
            <a:xfrm>
              <a:off x="3551677" y="4055043"/>
              <a:ext cx="466412" cy="216600"/>
            </a:xfrm>
            <a:custGeom>
              <a:avLst/>
              <a:gdLst>
                <a:gd name="T0" fmla="*/ 5 w 301"/>
                <a:gd name="T1" fmla="*/ 73 h 139"/>
                <a:gd name="T2" fmla="*/ 65 w 301"/>
                <a:gd name="T3" fmla="*/ 2 h 139"/>
                <a:gd name="T4" fmla="*/ 253 w 301"/>
                <a:gd name="T5" fmla="*/ 0 h 139"/>
                <a:gd name="T6" fmla="*/ 301 w 301"/>
                <a:gd name="T7" fmla="*/ 64 h 139"/>
                <a:gd name="T8" fmla="*/ 251 w 301"/>
                <a:gd name="T9" fmla="*/ 136 h 139"/>
                <a:gd name="T10" fmla="*/ 63 w 301"/>
                <a:gd name="T11" fmla="*/ 139 h 139"/>
                <a:gd name="T12" fmla="*/ 5 w 301"/>
                <a:gd name="T13" fmla="*/ 7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1" h="139" extrusionOk="0">
                  <a:moveTo>
                    <a:pt x="5" y="73"/>
                  </a:moveTo>
                  <a:cubicBezTo>
                    <a:pt x="9" y="7"/>
                    <a:pt x="65" y="2"/>
                    <a:pt x="65" y="2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53" y="0"/>
                    <a:pt x="300" y="7"/>
                    <a:pt x="301" y="64"/>
                  </a:cubicBezTo>
                  <a:cubicBezTo>
                    <a:pt x="301" y="125"/>
                    <a:pt x="251" y="136"/>
                    <a:pt x="251" y="136"/>
                  </a:cubicBezTo>
                  <a:cubicBezTo>
                    <a:pt x="63" y="139"/>
                    <a:pt x="63" y="139"/>
                    <a:pt x="63" y="139"/>
                  </a:cubicBezTo>
                  <a:cubicBezTo>
                    <a:pt x="63" y="139"/>
                    <a:pt x="0" y="137"/>
                    <a:pt x="5" y="7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3" name="Freeform 72"/>
            <p:cNvSpPr/>
            <p:nvPr/>
          </p:nvSpPr>
          <p:spPr bwMode="auto">
            <a:xfrm>
              <a:off x="3652757" y="3847107"/>
              <a:ext cx="127072" cy="167504"/>
            </a:xfrm>
            <a:custGeom>
              <a:avLst/>
              <a:gdLst>
                <a:gd name="T0" fmla="*/ 73 w 82"/>
                <a:gd name="T1" fmla="*/ 101 h 108"/>
                <a:gd name="T2" fmla="*/ 57 w 82"/>
                <a:gd name="T3" fmla="*/ 105 h 108"/>
                <a:gd name="T4" fmla="*/ 48 w 82"/>
                <a:gd name="T5" fmla="*/ 105 h 108"/>
                <a:gd name="T6" fmla="*/ 0 w 82"/>
                <a:gd name="T7" fmla="*/ 55 h 108"/>
                <a:gd name="T8" fmla="*/ 50 w 82"/>
                <a:gd name="T9" fmla="*/ 1 h 108"/>
                <a:gd name="T10" fmla="*/ 58 w 82"/>
                <a:gd name="T11" fmla="*/ 1 h 108"/>
                <a:gd name="T12" fmla="*/ 76 w 82"/>
                <a:gd name="T13" fmla="*/ 4 h 108"/>
                <a:gd name="T14" fmla="*/ 80 w 82"/>
                <a:gd name="T15" fmla="*/ 20 h 108"/>
                <a:gd name="T16" fmla="*/ 78 w 82"/>
                <a:gd name="T17" fmla="*/ 85 h 108"/>
                <a:gd name="T18" fmla="*/ 73 w 82"/>
                <a:gd name="T19" fmla="*/ 10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108" extrusionOk="0">
                  <a:moveTo>
                    <a:pt x="73" y="101"/>
                  </a:moveTo>
                  <a:cubicBezTo>
                    <a:pt x="67" y="107"/>
                    <a:pt x="57" y="105"/>
                    <a:pt x="57" y="105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48" y="105"/>
                    <a:pt x="0" y="108"/>
                    <a:pt x="0" y="55"/>
                  </a:cubicBezTo>
                  <a:cubicBezTo>
                    <a:pt x="0" y="3"/>
                    <a:pt x="50" y="1"/>
                    <a:pt x="50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71" y="0"/>
                    <a:pt x="76" y="4"/>
                  </a:cubicBezTo>
                  <a:cubicBezTo>
                    <a:pt x="82" y="9"/>
                    <a:pt x="80" y="20"/>
                    <a:pt x="80" y="20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85"/>
                    <a:pt x="79" y="95"/>
                    <a:pt x="73" y="1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4" name="Freeform 73"/>
            <p:cNvSpPr/>
            <p:nvPr/>
          </p:nvSpPr>
          <p:spPr bwMode="auto">
            <a:xfrm>
              <a:off x="3569005" y="4314963"/>
              <a:ext cx="127072" cy="167504"/>
            </a:xfrm>
            <a:custGeom>
              <a:avLst/>
              <a:gdLst>
                <a:gd name="T0" fmla="*/ 72 w 82"/>
                <a:gd name="T1" fmla="*/ 100 h 108"/>
                <a:gd name="T2" fmla="*/ 56 w 82"/>
                <a:gd name="T3" fmla="*/ 105 h 108"/>
                <a:gd name="T4" fmla="*/ 48 w 82"/>
                <a:gd name="T5" fmla="*/ 105 h 108"/>
                <a:gd name="T6" fmla="*/ 0 w 82"/>
                <a:gd name="T7" fmla="*/ 55 h 108"/>
                <a:gd name="T8" fmla="*/ 50 w 82"/>
                <a:gd name="T9" fmla="*/ 1 h 108"/>
                <a:gd name="T10" fmla="*/ 58 w 82"/>
                <a:gd name="T11" fmla="*/ 1 h 108"/>
                <a:gd name="T12" fmla="*/ 76 w 82"/>
                <a:gd name="T13" fmla="*/ 4 h 108"/>
                <a:gd name="T14" fmla="*/ 80 w 82"/>
                <a:gd name="T15" fmla="*/ 20 h 108"/>
                <a:gd name="T16" fmla="*/ 78 w 82"/>
                <a:gd name="T17" fmla="*/ 84 h 108"/>
                <a:gd name="T18" fmla="*/ 72 w 82"/>
                <a:gd name="T19" fmla="*/ 10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108" extrusionOk="0">
                  <a:moveTo>
                    <a:pt x="72" y="100"/>
                  </a:moveTo>
                  <a:cubicBezTo>
                    <a:pt x="66" y="106"/>
                    <a:pt x="56" y="105"/>
                    <a:pt x="56" y="105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48" y="105"/>
                    <a:pt x="0" y="108"/>
                    <a:pt x="0" y="55"/>
                  </a:cubicBezTo>
                  <a:cubicBezTo>
                    <a:pt x="0" y="3"/>
                    <a:pt x="50" y="1"/>
                    <a:pt x="50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70" y="0"/>
                    <a:pt x="76" y="4"/>
                  </a:cubicBezTo>
                  <a:cubicBezTo>
                    <a:pt x="82" y="8"/>
                    <a:pt x="80" y="20"/>
                    <a:pt x="80" y="20"/>
                  </a:cubicBezTo>
                  <a:cubicBezTo>
                    <a:pt x="78" y="84"/>
                    <a:pt x="78" y="84"/>
                    <a:pt x="78" y="84"/>
                  </a:cubicBezTo>
                  <a:cubicBezTo>
                    <a:pt x="78" y="84"/>
                    <a:pt x="78" y="95"/>
                    <a:pt x="72" y="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5" name="Freeform 74"/>
            <p:cNvSpPr/>
            <p:nvPr/>
          </p:nvSpPr>
          <p:spPr bwMode="auto">
            <a:xfrm>
              <a:off x="3545901" y="4537338"/>
              <a:ext cx="122740" cy="161728"/>
            </a:xfrm>
            <a:custGeom>
              <a:avLst/>
              <a:gdLst>
                <a:gd name="T0" fmla="*/ 70 w 79"/>
                <a:gd name="T1" fmla="*/ 96 h 104"/>
                <a:gd name="T2" fmla="*/ 55 w 79"/>
                <a:gd name="T3" fmla="*/ 100 h 104"/>
                <a:gd name="T4" fmla="*/ 47 w 79"/>
                <a:gd name="T5" fmla="*/ 101 h 104"/>
                <a:gd name="T6" fmla="*/ 1 w 79"/>
                <a:gd name="T7" fmla="*/ 53 h 104"/>
                <a:gd name="T8" fmla="*/ 48 w 79"/>
                <a:gd name="T9" fmla="*/ 1 h 104"/>
                <a:gd name="T10" fmla="*/ 56 w 79"/>
                <a:gd name="T11" fmla="*/ 1 h 104"/>
                <a:gd name="T12" fmla="*/ 74 w 79"/>
                <a:gd name="T13" fmla="*/ 4 h 104"/>
                <a:gd name="T14" fmla="*/ 77 w 79"/>
                <a:gd name="T15" fmla="*/ 19 h 104"/>
                <a:gd name="T16" fmla="*/ 75 w 79"/>
                <a:gd name="T17" fmla="*/ 81 h 104"/>
                <a:gd name="T18" fmla="*/ 70 w 79"/>
                <a:gd name="T19" fmla="*/ 96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104" extrusionOk="0">
                  <a:moveTo>
                    <a:pt x="70" y="96"/>
                  </a:moveTo>
                  <a:cubicBezTo>
                    <a:pt x="64" y="102"/>
                    <a:pt x="55" y="100"/>
                    <a:pt x="55" y="100"/>
                  </a:cubicBezTo>
                  <a:cubicBezTo>
                    <a:pt x="47" y="101"/>
                    <a:pt x="47" y="101"/>
                    <a:pt x="47" y="101"/>
                  </a:cubicBezTo>
                  <a:cubicBezTo>
                    <a:pt x="47" y="101"/>
                    <a:pt x="1" y="104"/>
                    <a:pt x="1" y="53"/>
                  </a:cubicBezTo>
                  <a:cubicBezTo>
                    <a:pt x="0" y="3"/>
                    <a:pt x="48" y="1"/>
                    <a:pt x="48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68" y="0"/>
                    <a:pt x="74" y="4"/>
                  </a:cubicBezTo>
                  <a:cubicBezTo>
                    <a:pt x="79" y="8"/>
                    <a:pt x="77" y="19"/>
                    <a:pt x="77" y="19"/>
                  </a:cubicBezTo>
                  <a:cubicBezTo>
                    <a:pt x="75" y="81"/>
                    <a:pt x="75" y="81"/>
                    <a:pt x="75" y="81"/>
                  </a:cubicBezTo>
                  <a:cubicBezTo>
                    <a:pt x="75" y="81"/>
                    <a:pt x="76" y="91"/>
                    <a:pt x="70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  <p:sp>
          <p:nvSpPr>
            <p:cNvPr id="76" name="Freeform 75"/>
            <p:cNvSpPr/>
            <p:nvPr/>
          </p:nvSpPr>
          <p:spPr bwMode="auto">
            <a:xfrm>
              <a:off x="3580557" y="4085367"/>
              <a:ext cx="127072" cy="167504"/>
            </a:xfrm>
            <a:custGeom>
              <a:avLst/>
              <a:gdLst>
                <a:gd name="T0" fmla="*/ 73 w 82"/>
                <a:gd name="T1" fmla="*/ 101 h 108"/>
                <a:gd name="T2" fmla="*/ 57 w 82"/>
                <a:gd name="T3" fmla="*/ 105 h 108"/>
                <a:gd name="T4" fmla="*/ 48 w 82"/>
                <a:gd name="T5" fmla="*/ 105 h 108"/>
                <a:gd name="T6" fmla="*/ 0 w 82"/>
                <a:gd name="T7" fmla="*/ 55 h 108"/>
                <a:gd name="T8" fmla="*/ 50 w 82"/>
                <a:gd name="T9" fmla="*/ 1 h 108"/>
                <a:gd name="T10" fmla="*/ 58 w 82"/>
                <a:gd name="T11" fmla="*/ 1 h 108"/>
                <a:gd name="T12" fmla="*/ 76 w 82"/>
                <a:gd name="T13" fmla="*/ 4 h 108"/>
                <a:gd name="T14" fmla="*/ 80 w 82"/>
                <a:gd name="T15" fmla="*/ 20 h 108"/>
                <a:gd name="T16" fmla="*/ 78 w 82"/>
                <a:gd name="T17" fmla="*/ 85 h 108"/>
                <a:gd name="T18" fmla="*/ 73 w 82"/>
                <a:gd name="T19" fmla="*/ 101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" h="108" extrusionOk="0">
                  <a:moveTo>
                    <a:pt x="73" y="101"/>
                  </a:moveTo>
                  <a:cubicBezTo>
                    <a:pt x="67" y="106"/>
                    <a:pt x="57" y="105"/>
                    <a:pt x="57" y="105"/>
                  </a:cubicBezTo>
                  <a:cubicBezTo>
                    <a:pt x="48" y="105"/>
                    <a:pt x="48" y="105"/>
                    <a:pt x="48" y="105"/>
                  </a:cubicBezTo>
                  <a:cubicBezTo>
                    <a:pt x="48" y="105"/>
                    <a:pt x="0" y="108"/>
                    <a:pt x="0" y="55"/>
                  </a:cubicBezTo>
                  <a:cubicBezTo>
                    <a:pt x="0" y="3"/>
                    <a:pt x="50" y="1"/>
                    <a:pt x="50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71" y="0"/>
                    <a:pt x="76" y="4"/>
                  </a:cubicBezTo>
                  <a:cubicBezTo>
                    <a:pt x="82" y="8"/>
                    <a:pt x="80" y="20"/>
                    <a:pt x="80" y="20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85"/>
                    <a:pt x="79" y="95"/>
                    <a:pt x="73" y="1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04" tIns="60952" rIns="121904" bIns="60952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en-US" sz="3200"/>
            </a:p>
          </p:txBody>
        </p:sp>
      </p:grpSp>
      <p:grpSp>
        <p:nvGrpSpPr>
          <p:cNvPr id="1123987073" name="Group 10"/>
          <p:cNvGrpSpPr>
            <a:grpSpLocks noChangeAspect="1"/>
          </p:cNvGrpSpPr>
          <p:nvPr/>
        </p:nvGrpSpPr>
        <p:grpSpPr bwMode="auto">
          <a:xfrm>
            <a:off x="8138491" y="3510773"/>
            <a:ext cx="236724" cy="343977"/>
            <a:chOff x="-1587" y="-1587"/>
            <a:chExt cx="4211637" cy="6119812"/>
          </a:xfrm>
          <a:solidFill>
            <a:schemeClr val="accent3"/>
          </a:solidFill>
        </p:grpSpPr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-1587" y="-1587"/>
              <a:ext cx="4211637" cy="6119812"/>
            </a:xfrm>
            <a:custGeom>
              <a:avLst/>
              <a:gdLst>
                <a:gd name="T0" fmla="*/ 560 w 1120"/>
                <a:gd name="T1" fmla="*/ 0 h 1629"/>
                <a:gd name="T2" fmla="*/ 0 w 1120"/>
                <a:gd name="T3" fmla="*/ 560 h 1629"/>
                <a:gd name="T4" fmla="*/ 256 w 1120"/>
                <a:gd name="T5" fmla="*/ 1174 h 1629"/>
                <a:gd name="T6" fmla="*/ 560 w 1120"/>
                <a:gd name="T7" fmla="*/ 1629 h 1629"/>
                <a:gd name="T8" fmla="*/ 864 w 1120"/>
                <a:gd name="T9" fmla="*/ 1175 h 1629"/>
                <a:gd name="T10" fmla="*/ 1120 w 1120"/>
                <a:gd name="T11" fmla="*/ 560 h 1629"/>
                <a:gd name="T12" fmla="*/ 560 w 1120"/>
                <a:gd name="T13" fmla="*/ 0 h 1629"/>
                <a:gd name="T14" fmla="*/ 692 w 1120"/>
                <a:gd name="T15" fmla="*/ 1383 h 1629"/>
                <a:gd name="T16" fmla="*/ 440 w 1120"/>
                <a:gd name="T17" fmla="*/ 1415 h 1629"/>
                <a:gd name="T18" fmla="*/ 409 w 1120"/>
                <a:gd name="T19" fmla="*/ 1319 h 1629"/>
                <a:gd name="T20" fmla="*/ 409 w 1120"/>
                <a:gd name="T21" fmla="*/ 1317 h 1629"/>
                <a:gd name="T22" fmla="*/ 724 w 1120"/>
                <a:gd name="T23" fmla="*/ 1278 h 1629"/>
                <a:gd name="T24" fmla="*/ 710 w 1120"/>
                <a:gd name="T25" fmla="*/ 1323 h 1629"/>
                <a:gd name="T26" fmla="*/ 692 w 1120"/>
                <a:gd name="T27" fmla="*/ 1383 h 1629"/>
                <a:gd name="T28" fmla="*/ 394 w 1120"/>
                <a:gd name="T29" fmla="*/ 1268 h 1629"/>
                <a:gd name="T30" fmla="*/ 363 w 1120"/>
                <a:gd name="T31" fmla="*/ 1171 h 1629"/>
                <a:gd name="T32" fmla="*/ 758 w 1120"/>
                <a:gd name="T33" fmla="*/ 1171 h 1629"/>
                <a:gd name="T34" fmla="*/ 740 w 1120"/>
                <a:gd name="T35" fmla="*/ 1225 h 1629"/>
                <a:gd name="T36" fmla="*/ 394 w 1120"/>
                <a:gd name="T37" fmla="*/ 1268 h 1629"/>
                <a:gd name="T38" fmla="*/ 560 w 1120"/>
                <a:gd name="T39" fmla="*/ 1527 h 1629"/>
                <a:gd name="T40" fmla="*/ 458 w 1120"/>
                <a:gd name="T41" fmla="*/ 1464 h 1629"/>
                <a:gd name="T42" fmla="*/ 674 w 1120"/>
                <a:gd name="T43" fmla="*/ 1437 h 1629"/>
                <a:gd name="T44" fmla="*/ 560 w 1120"/>
                <a:gd name="T45" fmla="*/ 1527 h 1629"/>
                <a:gd name="T46" fmla="*/ 798 w 1120"/>
                <a:gd name="T47" fmla="*/ 1069 h 1629"/>
                <a:gd name="T48" fmla="*/ 323 w 1120"/>
                <a:gd name="T49" fmla="*/ 1069 h 1629"/>
                <a:gd name="T50" fmla="*/ 237 w 1120"/>
                <a:gd name="T51" fmla="*/ 905 h 1629"/>
                <a:gd name="T52" fmla="*/ 102 w 1120"/>
                <a:gd name="T53" fmla="*/ 560 h 1629"/>
                <a:gd name="T54" fmla="*/ 560 w 1120"/>
                <a:gd name="T55" fmla="*/ 102 h 1629"/>
                <a:gd name="T56" fmla="*/ 1018 w 1120"/>
                <a:gd name="T57" fmla="*/ 560 h 1629"/>
                <a:gd name="T58" fmla="*/ 883 w 1120"/>
                <a:gd name="T59" fmla="*/ 906 h 1629"/>
                <a:gd name="T60" fmla="*/ 798 w 1120"/>
                <a:gd name="T61" fmla="*/ 1069 h 16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120" h="1629" extrusionOk="0">
                  <a:moveTo>
                    <a:pt x="560" y="0"/>
                  </a:moveTo>
                  <a:cubicBezTo>
                    <a:pt x="251" y="0"/>
                    <a:pt x="0" y="251"/>
                    <a:pt x="0" y="560"/>
                  </a:cubicBezTo>
                  <a:cubicBezTo>
                    <a:pt x="0" y="765"/>
                    <a:pt x="188" y="983"/>
                    <a:pt x="256" y="1174"/>
                  </a:cubicBezTo>
                  <a:cubicBezTo>
                    <a:pt x="358" y="1459"/>
                    <a:pt x="347" y="1629"/>
                    <a:pt x="560" y="1629"/>
                  </a:cubicBezTo>
                  <a:cubicBezTo>
                    <a:pt x="776" y="1629"/>
                    <a:pt x="762" y="1459"/>
                    <a:pt x="864" y="1175"/>
                  </a:cubicBezTo>
                  <a:cubicBezTo>
                    <a:pt x="932" y="983"/>
                    <a:pt x="1120" y="764"/>
                    <a:pt x="1120" y="560"/>
                  </a:cubicBezTo>
                  <a:cubicBezTo>
                    <a:pt x="1120" y="251"/>
                    <a:pt x="869" y="0"/>
                    <a:pt x="560" y="0"/>
                  </a:cubicBezTo>
                  <a:close/>
                  <a:moveTo>
                    <a:pt x="692" y="1383"/>
                  </a:moveTo>
                  <a:cubicBezTo>
                    <a:pt x="440" y="1415"/>
                    <a:pt x="440" y="1415"/>
                    <a:pt x="440" y="1415"/>
                  </a:cubicBezTo>
                  <a:cubicBezTo>
                    <a:pt x="431" y="1389"/>
                    <a:pt x="421" y="1358"/>
                    <a:pt x="409" y="1319"/>
                  </a:cubicBezTo>
                  <a:cubicBezTo>
                    <a:pt x="409" y="1318"/>
                    <a:pt x="409" y="1318"/>
                    <a:pt x="409" y="1317"/>
                  </a:cubicBezTo>
                  <a:cubicBezTo>
                    <a:pt x="724" y="1278"/>
                    <a:pt x="724" y="1278"/>
                    <a:pt x="724" y="1278"/>
                  </a:cubicBezTo>
                  <a:cubicBezTo>
                    <a:pt x="719" y="1293"/>
                    <a:pt x="714" y="1309"/>
                    <a:pt x="710" y="1323"/>
                  </a:cubicBezTo>
                  <a:cubicBezTo>
                    <a:pt x="704" y="1346"/>
                    <a:pt x="698" y="1365"/>
                    <a:pt x="692" y="1383"/>
                  </a:cubicBezTo>
                  <a:close/>
                  <a:moveTo>
                    <a:pt x="394" y="1268"/>
                  </a:moveTo>
                  <a:cubicBezTo>
                    <a:pt x="385" y="1237"/>
                    <a:pt x="374" y="1205"/>
                    <a:pt x="363" y="1171"/>
                  </a:cubicBezTo>
                  <a:cubicBezTo>
                    <a:pt x="758" y="1171"/>
                    <a:pt x="758" y="1171"/>
                    <a:pt x="758" y="1171"/>
                  </a:cubicBezTo>
                  <a:cubicBezTo>
                    <a:pt x="752" y="1189"/>
                    <a:pt x="745" y="1208"/>
                    <a:pt x="740" y="1225"/>
                  </a:cubicBezTo>
                  <a:lnTo>
                    <a:pt x="394" y="1268"/>
                  </a:lnTo>
                  <a:close/>
                  <a:moveTo>
                    <a:pt x="560" y="1527"/>
                  </a:moveTo>
                  <a:cubicBezTo>
                    <a:pt x="508" y="1527"/>
                    <a:pt x="485" y="1521"/>
                    <a:pt x="458" y="1464"/>
                  </a:cubicBezTo>
                  <a:cubicBezTo>
                    <a:pt x="674" y="1437"/>
                    <a:pt x="674" y="1437"/>
                    <a:pt x="674" y="1437"/>
                  </a:cubicBezTo>
                  <a:cubicBezTo>
                    <a:pt x="643" y="1521"/>
                    <a:pt x="620" y="1527"/>
                    <a:pt x="560" y="1527"/>
                  </a:cubicBezTo>
                  <a:close/>
                  <a:moveTo>
                    <a:pt x="798" y="1069"/>
                  </a:moveTo>
                  <a:cubicBezTo>
                    <a:pt x="323" y="1069"/>
                    <a:pt x="323" y="1069"/>
                    <a:pt x="323" y="1069"/>
                  </a:cubicBezTo>
                  <a:cubicBezTo>
                    <a:pt x="297" y="1014"/>
                    <a:pt x="267" y="959"/>
                    <a:pt x="237" y="905"/>
                  </a:cubicBezTo>
                  <a:cubicBezTo>
                    <a:pt x="170" y="786"/>
                    <a:pt x="102" y="664"/>
                    <a:pt x="102" y="560"/>
                  </a:cubicBezTo>
                  <a:cubicBezTo>
                    <a:pt x="102" y="307"/>
                    <a:pt x="307" y="102"/>
                    <a:pt x="560" y="102"/>
                  </a:cubicBezTo>
                  <a:cubicBezTo>
                    <a:pt x="813" y="102"/>
                    <a:pt x="1018" y="307"/>
                    <a:pt x="1018" y="560"/>
                  </a:cubicBezTo>
                  <a:cubicBezTo>
                    <a:pt x="1018" y="663"/>
                    <a:pt x="949" y="786"/>
                    <a:pt x="883" y="906"/>
                  </a:cubicBezTo>
                  <a:cubicBezTo>
                    <a:pt x="853" y="960"/>
                    <a:pt x="823" y="1014"/>
                    <a:pt x="798" y="10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id-ID">
                <a:solidFill>
                  <a:schemeClr val="accent5"/>
                </a:solidFill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957263" y="955675"/>
              <a:ext cx="1239837" cy="1239837"/>
            </a:xfrm>
            <a:custGeom>
              <a:avLst/>
              <a:gdLst>
                <a:gd name="T0" fmla="*/ 305 w 330"/>
                <a:gd name="T1" fmla="*/ 0 h 330"/>
                <a:gd name="T2" fmla="*/ 0 w 330"/>
                <a:gd name="T3" fmla="*/ 305 h 330"/>
                <a:gd name="T4" fmla="*/ 25 w 330"/>
                <a:gd name="T5" fmla="*/ 330 h 330"/>
                <a:gd name="T6" fmla="*/ 50 w 330"/>
                <a:gd name="T7" fmla="*/ 305 h 330"/>
                <a:gd name="T8" fmla="*/ 305 w 330"/>
                <a:gd name="T9" fmla="*/ 50 h 330"/>
                <a:gd name="T10" fmla="*/ 330 w 330"/>
                <a:gd name="T11" fmla="*/ 25 h 330"/>
                <a:gd name="T12" fmla="*/ 305 w 330"/>
                <a:gd name="T13" fmla="*/ 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0" h="330" extrusionOk="0">
                  <a:moveTo>
                    <a:pt x="305" y="0"/>
                  </a:moveTo>
                  <a:cubicBezTo>
                    <a:pt x="137" y="0"/>
                    <a:pt x="0" y="137"/>
                    <a:pt x="0" y="305"/>
                  </a:cubicBezTo>
                  <a:cubicBezTo>
                    <a:pt x="0" y="319"/>
                    <a:pt x="11" y="330"/>
                    <a:pt x="25" y="330"/>
                  </a:cubicBezTo>
                  <a:cubicBezTo>
                    <a:pt x="39" y="330"/>
                    <a:pt x="50" y="319"/>
                    <a:pt x="50" y="305"/>
                  </a:cubicBezTo>
                  <a:cubicBezTo>
                    <a:pt x="50" y="165"/>
                    <a:pt x="165" y="50"/>
                    <a:pt x="305" y="50"/>
                  </a:cubicBezTo>
                  <a:cubicBezTo>
                    <a:pt x="319" y="50"/>
                    <a:pt x="330" y="39"/>
                    <a:pt x="330" y="25"/>
                  </a:cubicBezTo>
                  <a:cubicBezTo>
                    <a:pt x="330" y="11"/>
                    <a:pt x="319" y="0"/>
                    <a:pt x="3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id-ID">
                <a:solidFill>
                  <a:schemeClr val="accent5"/>
                </a:solidFill>
              </a:endParaRPr>
            </a:p>
          </p:txBody>
        </p:sp>
      </p:grpSp>
      <p:sp>
        <p:nvSpPr>
          <p:cNvPr id="1579198539" name="Freeform 11"/>
          <p:cNvSpPr>
            <a:spLocks noEditPoints="1"/>
          </p:cNvSpPr>
          <p:nvPr/>
        </p:nvSpPr>
        <p:spPr bwMode="auto">
          <a:xfrm>
            <a:off x="9184623" y="3770342"/>
            <a:ext cx="28922" cy="28680"/>
          </a:xfrm>
          <a:custGeom>
            <a:avLst/>
            <a:gdLst>
              <a:gd name="T0" fmla="*/ 50 w 101"/>
              <a:gd name="T1" fmla="*/ 0 h 100"/>
              <a:gd name="T2" fmla="*/ 0 w 101"/>
              <a:gd name="T3" fmla="*/ 50 h 100"/>
              <a:gd name="T4" fmla="*/ 50 w 101"/>
              <a:gd name="T5" fmla="*/ 100 h 100"/>
              <a:gd name="T6" fmla="*/ 101 w 101"/>
              <a:gd name="T7" fmla="*/ 50 h 100"/>
              <a:gd name="T8" fmla="*/ 50 w 101"/>
              <a:gd name="T9" fmla="*/ 0 h 100"/>
              <a:gd name="T10" fmla="*/ 50 w 101"/>
              <a:gd name="T11" fmla="*/ 67 h 100"/>
              <a:gd name="T12" fmla="*/ 34 w 101"/>
              <a:gd name="T13" fmla="*/ 50 h 100"/>
              <a:gd name="T14" fmla="*/ 50 w 101"/>
              <a:gd name="T15" fmla="*/ 33 h 100"/>
              <a:gd name="T16" fmla="*/ 67 w 101"/>
              <a:gd name="T17" fmla="*/ 50 h 100"/>
              <a:gd name="T18" fmla="*/ 50 w 101"/>
              <a:gd name="T19" fmla="*/ 67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01" h="100" extrusionOk="0">
                <a:moveTo>
                  <a:pt x="50" y="0"/>
                </a:moveTo>
                <a:cubicBezTo>
                  <a:pt x="23" y="0"/>
                  <a:pt x="0" y="22"/>
                  <a:pt x="0" y="50"/>
                </a:cubicBezTo>
                <a:cubicBezTo>
                  <a:pt x="0" y="77"/>
                  <a:pt x="23" y="100"/>
                  <a:pt x="50" y="100"/>
                </a:cubicBezTo>
                <a:cubicBezTo>
                  <a:pt x="78" y="100"/>
                  <a:pt x="101" y="77"/>
                  <a:pt x="101" y="50"/>
                </a:cubicBezTo>
                <a:cubicBezTo>
                  <a:pt x="101" y="22"/>
                  <a:pt x="78" y="0"/>
                  <a:pt x="50" y="0"/>
                </a:cubicBezTo>
                <a:close/>
                <a:moveTo>
                  <a:pt x="50" y="67"/>
                </a:moveTo>
                <a:cubicBezTo>
                  <a:pt x="41" y="67"/>
                  <a:pt x="34" y="59"/>
                  <a:pt x="34" y="50"/>
                </a:cubicBezTo>
                <a:cubicBezTo>
                  <a:pt x="34" y="41"/>
                  <a:pt x="41" y="33"/>
                  <a:pt x="50" y="33"/>
                </a:cubicBezTo>
                <a:cubicBezTo>
                  <a:pt x="60" y="33"/>
                  <a:pt x="67" y="41"/>
                  <a:pt x="67" y="50"/>
                </a:cubicBezTo>
                <a:cubicBezTo>
                  <a:pt x="67" y="59"/>
                  <a:pt x="60" y="67"/>
                  <a:pt x="50" y="6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>
              <a:solidFill>
                <a:schemeClr val="accent5"/>
              </a:solidFill>
            </a:endParaRPr>
          </a:p>
        </p:txBody>
      </p:sp>
      <p:grpSp>
        <p:nvGrpSpPr>
          <p:cNvPr id="715033091" name="Group 12"/>
          <p:cNvGrpSpPr>
            <a:grpSpLocks noChangeAspect="1"/>
          </p:cNvGrpSpPr>
          <p:nvPr/>
        </p:nvGrpSpPr>
        <p:grpSpPr bwMode="auto">
          <a:xfrm>
            <a:off x="5681703" y="3525284"/>
            <a:ext cx="375430" cy="323837"/>
            <a:chOff x="-122237" y="-128587"/>
            <a:chExt cx="4632324" cy="3995738"/>
          </a:xfrm>
          <a:solidFill>
            <a:schemeClr val="accent1"/>
          </a:solidFill>
        </p:grpSpPr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-122237" y="-128587"/>
              <a:ext cx="4632324" cy="3995738"/>
            </a:xfrm>
            <a:custGeom>
              <a:avLst/>
              <a:gdLst>
                <a:gd name="T0" fmla="*/ 1096 w 1232"/>
                <a:gd name="T1" fmla="*/ 134 h 1062"/>
                <a:gd name="T2" fmla="*/ 616 w 1232"/>
                <a:gd name="T3" fmla="*/ 123 h 1062"/>
                <a:gd name="T4" fmla="*/ 136 w 1232"/>
                <a:gd name="T5" fmla="*/ 134 h 1062"/>
                <a:gd name="T6" fmla="*/ 136 w 1232"/>
                <a:gd name="T7" fmla="*/ 622 h 1062"/>
                <a:gd name="T8" fmla="*/ 538 w 1232"/>
                <a:gd name="T9" fmla="*/ 1020 h 1062"/>
                <a:gd name="T10" fmla="*/ 694 w 1232"/>
                <a:gd name="T11" fmla="*/ 1020 h 1062"/>
                <a:gd name="T12" fmla="*/ 1096 w 1232"/>
                <a:gd name="T13" fmla="*/ 622 h 1062"/>
                <a:gd name="T14" fmla="*/ 1096 w 1232"/>
                <a:gd name="T15" fmla="*/ 134 h 1062"/>
                <a:gd name="T16" fmla="*/ 1044 w 1232"/>
                <a:gd name="T17" fmla="*/ 570 h 1062"/>
                <a:gd name="T18" fmla="*/ 642 w 1232"/>
                <a:gd name="T19" fmla="*/ 968 h 1062"/>
                <a:gd name="T20" fmla="*/ 590 w 1232"/>
                <a:gd name="T21" fmla="*/ 968 h 1062"/>
                <a:gd name="T22" fmla="*/ 188 w 1232"/>
                <a:gd name="T23" fmla="*/ 570 h 1062"/>
                <a:gd name="T24" fmla="*/ 188 w 1232"/>
                <a:gd name="T25" fmla="*/ 185 h 1062"/>
                <a:gd name="T26" fmla="*/ 567 w 1232"/>
                <a:gd name="T27" fmla="*/ 177 h 1062"/>
                <a:gd name="T28" fmla="*/ 616 w 1232"/>
                <a:gd name="T29" fmla="*/ 221 h 1062"/>
                <a:gd name="T30" fmla="*/ 665 w 1232"/>
                <a:gd name="T31" fmla="*/ 177 h 1062"/>
                <a:gd name="T32" fmla="*/ 1044 w 1232"/>
                <a:gd name="T33" fmla="*/ 185 h 1062"/>
                <a:gd name="T34" fmla="*/ 1044 w 1232"/>
                <a:gd name="T35" fmla="*/ 570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32" h="1062" extrusionOk="0">
                  <a:moveTo>
                    <a:pt x="1096" y="134"/>
                  </a:moveTo>
                  <a:cubicBezTo>
                    <a:pt x="964" y="3"/>
                    <a:pt x="753" y="0"/>
                    <a:pt x="616" y="123"/>
                  </a:cubicBezTo>
                  <a:cubicBezTo>
                    <a:pt x="479" y="0"/>
                    <a:pt x="268" y="3"/>
                    <a:pt x="136" y="134"/>
                  </a:cubicBezTo>
                  <a:cubicBezTo>
                    <a:pt x="0" y="268"/>
                    <a:pt x="0" y="487"/>
                    <a:pt x="136" y="622"/>
                  </a:cubicBezTo>
                  <a:cubicBezTo>
                    <a:pt x="175" y="660"/>
                    <a:pt x="538" y="1020"/>
                    <a:pt x="538" y="1020"/>
                  </a:cubicBezTo>
                  <a:cubicBezTo>
                    <a:pt x="581" y="1062"/>
                    <a:pt x="651" y="1062"/>
                    <a:pt x="694" y="1020"/>
                  </a:cubicBezTo>
                  <a:cubicBezTo>
                    <a:pt x="694" y="1020"/>
                    <a:pt x="1092" y="626"/>
                    <a:pt x="1096" y="622"/>
                  </a:cubicBezTo>
                  <a:cubicBezTo>
                    <a:pt x="1232" y="487"/>
                    <a:pt x="1232" y="268"/>
                    <a:pt x="1096" y="134"/>
                  </a:cubicBezTo>
                  <a:close/>
                  <a:moveTo>
                    <a:pt x="1044" y="570"/>
                  </a:moveTo>
                  <a:cubicBezTo>
                    <a:pt x="642" y="968"/>
                    <a:pt x="642" y="968"/>
                    <a:pt x="642" y="968"/>
                  </a:cubicBezTo>
                  <a:cubicBezTo>
                    <a:pt x="628" y="982"/>
                    <a:pt x="604" y="982"/>
                    <a:pt x="590" y="968"/>
                  </a:cubicBezTo>
                  <a:cubicBezTo>
                    <a:pt x="188" y="570"/>
                    <a:pt x="188" y="570"/>
                    <a:pt x="188" y="570"/>
                  </a:cubicBezTo>
                  <a:cubicBezTo>
                    <a:pt x="81" y="464"/>
                    <a:pt x="81" y="291"/>
                    <a:pt x="188" y="185"/>
                  </a:cubicBezTo>
                  <a:cubicBezTo>
                    <a:pt x="291" y="82"/>
                    <a:pt x="458" y="79"/>
                    <a:pt x="567" y="177"/>
                  </a:cubicBezTo>
                  <a:cubicBezTo>
                    <a:pt x="616" y="221"/>
                    <a:pt x="616" y="221"/>
                    <a:pt x="616" y="221"/>
                  </a:cubicBezTo>
                  <a:cubicBezTo>
                    <a:pt x="665" y="177"/>
                    <a:pt x="665" y="177"/>
                    <a:pt x="665" y="177"/>
                  </a:cubicBezTo>
                  <a:cubicBezTo>
                    <a:pt x="774" y="79"/>
                    <a:pt x="941" y="82"/>
                    <a:pt x="1044" y="185"/>
                  </a:cubicBezTo>
                  <a:cubicBezTo>
                    <a:pt x="1151" y="291"/>
                    <a:pt x="1151" y="464"/>
                    <a:pt x="1044" y="57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id-ID">
                <a:solidFill>
                  <a:schemeClr val="accent5"/>
                </a:solidFill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688975" y="681037"/>
              <a:ext cx="650875" cy="650875"/>
            </a:xfrm>
            <a:custGeom>
              <a:avLst/>
              <a:gdLst>
                <a:gd name="T0" fmla="*/ 154 w 173"/>
                <a:gd name="T1" fmla="*/ 0 h 173"/>
                <a:gd name="T2" fmla="*/ 154 w 173"/>
                <a:gd name="T3" fmla="*/ 0 h 173"/>
                <a:gd name="T4" fmla="*/ 0 w 173"/>
                <a:gd name="T5" fmla="*/ 154 h 173"/>
                <a:gd name="T6" fmla="*/ 0 w 173"/>
                <a:gd name="T7" fmla="*/ 154 h 173"/>
                <a:gd name="T8" fmla="*/ 18 w 173"/>
                <a:gd name="T9" fmla="*/ 173 h 173"/>
                <a:gd name="T10" fmla="*/ 36 w 173"/>
                <a:gd name="T11" fmla="*/ 154 h 173"/>
                <a:gd name="T12" fmla="*/ 36 w 173"/>
                <a:gd name="T13" fmla="*/ 154 h 173"/>
                <a:gd name="T14" fmla="*/ 154 w 173"/>
                <a:gd name="T15" fmla="*/ 36 h 173"/>
                <a:gd name="T16" fmla="*/ 154 w 173"/>
                <a:gd name="T17" fmla="*/ 36 h 173"/>
                <a:gd name="T18" fmla="*/ 173 w 173"/>
                <a:gd name="T19" fmla="*/ 18 h 173"/>
                <a:gd name="T20" fmla="*/ 154 w 173"/>
                <a:gd name="T21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173" extrusionOk="0">
                  <a:moveTo>
                    <a:pt x="154" y="0"/>
                  </a:moveTo>
                  <a:cubicBezTo>
                    <a:pt x="154" y="0"/>
                    <a:pt x="154" y="0"/>
                    <a:pt x="154" y="0"/>
                  </a:cubicBezTo>
                  <a:cubicBezTo>
                    <a:pt x="69" y="0"/>
                    <a:pt x="0" y="69"/>
                    <a:pt x="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165"/>
                    <a:pt x="8" y="173"/>
                    <a:pt x="18" y="173"/>
                  </a:cubicBezTo>
                  <a:cubicBezTo>
                    <a:pt x="28" y="173"/>
                    <a:pt x="36" y="165"/>
                    <a:pt x="36" y="154"/>
                  </a:cubicBezTo>
                  <a:cubicBezTo>
                    <a:pt x="36" y="154"/>
                    <a:pt x="36" y="154"/>
                    <a:pt x="36" y="154"/>
                  </a:cubicBezTo>
                  <a:cubicBezTo>
                    <a:pt x="36" y="89"/>
                    <a:pt x="89" y="36"/>
                    <a:pt x="154" y="36"/>
                  </a:cubicBezTo>
                  <a:cubicBezTo>
                    <a:pt x="154" y="36"/>
                    <a:pt x="154" y="36"/>
                    <a:pt x="154" y="36"/>
                  </a:cubicBezTo>
                  <a:cubicBezTo>
                    <a:pt x="165" y="36"/>
                    <a:pt x="173" y="28"/>
                    <a:pt x="173" y="18"/>
                  </a:cubicBezTo>
                  <a:cubicBezTo>
                    <a:pt x="173" y="8"/>
                    <a:pt x="165" y="0"/>
                    <a:pt x="1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id-ID">
                <a:solidFill>
                  <a:schemeClr val="accent5"/>
                </a:solidFill>
              </a:endParaRPr>
            </a:p>
          </p:txBody>
        </p:sp>
      </p:grpSp>
      <p:sp>
        <p:nvSpPr>
          <p:cNvPr id="1273860625" name="Freeform 13"/>
          <p:cNvSpPr>
            <a:spLocks noChangeAspect="1" noEditPoints="1"/>
          </p:cNvSpPr>
          <p:nvPr/>
        </p:nvSpPr>
        <p:spPr bwMode="auto">
          <a:xfrm>
            <a:off x="6917817" y="3565662"/>
            <a:ext cx="355219" cy="266614"/>
          </a:xfrm>
          <a:custGeom>
            <a:avLst/>
            <a:gdLst>
              <a:gd name="T0" fmla="*/ 925 w 1124"/>
              <a:gd name="T1" fmla="*/ 21 h 843"/>
              <a:gd name="T2" fmla="*/ 249 w 1124"/>
              <a:gd name="T3" fmla="*/ 0 h 843"/>
              <a:gd name="T4" fmla="*/ 21 w 1124"/>
              <a:gd name="T5" fmla="*/ 199 h 843"/>
              <a:gd name="T6" fmla="*/ 18 w 1124"/>
              <a:gd name="T7" fmla="*/ 295 h 843"/>
              <a:gd name="T8" fmla="*/ 562 w 1124"/>
              <a:gd name="T9" fmla="*/ 843 h 843"/>
              <a:gd name="T10" fmla="*/ 1106 w 1124"/>
              <a:gd name="T11" fmla="*/ 295 h 843"/>
              <a:gd name="T12" fmla="*/ 1103 w 1124"/>
              <a:gd name="T13" fmla="*/ 199 h 843"/>
              <a:gd name="T14" fmla="*/ 484 w 1124"/>
              <a:gd name="T15" fmla="*/ 246 h 843"/>
              <a:gd name="T16" fmla="*/ 640 w 1124"/>
              <a:gd name="T17" fmla="*/ 246 h 843"/>
              <a:gd name="T18" fmla="*/ 685 w 1124"/>
              <a:gd name="T19" fmla="*/ 78 h 843"/>
              <a:gd name="T20" fmla="*/ 667 w 1124"/>
              <a:gd name="T21" fmla="*/ 223 h 843"/>
              <a:gd name="T22" fmla="*/ 457 w 1124"/>
              <a:gd name="T23" fmla="*/ 223 h 843"/>
              <a:gd name="T24" fmla="*/ 439 w 1124"/>
              <a:gd name="T25" fmla="*/ 78 h 843"/>
              <a:gd name="T26" fmla="*/ 457 w 1124"/>
              <a:gd name="T27" fmla="*/ 223 h 843"/>
              <a:gd name="T28" fmla="*/ 562 w 1124"/>
              <a:gd name="T29" fmla="*/ 718 h 843"/>
              <a:gd name="T30" fmla="*/ 649 w 1124"/>
              <a:gd name="T31" fmla="*/ 281 h 843"/>
              <a:gd name="T32" fmla="*/ 858 w 1124"/>
              <a:gd name="T33" fmla="*/ 281 h 843"/>
              <a:gd name="T34" fmla="*/ 685 w 1124"/>
              <a:gd name="T35" fmla="*/ 281 h 843"/>
              <a:gd name="T36" fmla="*/ 781 w 1124"/>
              <a:gd name="T37" fmla="*/ 174 h 843"/>
              <a:gd name="T38" fmla="*/ 695 w 1124"/>
              <a:gd name="T39" fmla="*/ 246 h 843"/>
              <a:gd name="T40" fmla="*/ 851 w 1124"/>
              <a:gd name="T41" fmla="*/ 70 h 843"/>
              <a:gd name="T42" fmla="*/ 727 w 1124"/>
              <a:gd name="T43" fmla="*/ 70 h 843"/>
              <a:gd name="T44" fmla="*/ 484 w 1124"/>
              <a:gd name="T45" fmla="*/ 70 h 843"/>
              <a:gd name="T46" fmla="*/ 562 w 1124"/>
              <a:gd name="T47" fmla="*/ 135 h 843"/>
              <a:gd name="T48" fmla="*/ 273 w 1124"/>
              <a:gd name="T49" fmla="*/ 70 h 843"/>
              <a:gd name="T50" fmla="*/ 341 w 1124"/>
              <a:gd name="T51" fmla="*/ 126 h 843"/>
              <a:gd name="T52" fmla="*/ 429 w 1124"/>
              <a:gd name="T53" fmla="*/ 246 h 843"/>
              <a:gd name="T54" fmla="*/ 343 w 1124"/>
              <a:gd name="T55" fmla="*/ 174 h 843"/>
              <a:gd name="T56" fmla="*/ 525 w 1124"/>
              <a:gd name="T57" fmla="*/ 712 h 843"/>
              <a:gd name="T58" fmla="*/ 439 w 1124"/>
              <a:gd name="T59" fmla="*/ 281 h 843"/>
              <a:gd name="T60" fmla="*/ 101 w 1124"/>
              <a:gd name="T61" fmla="*/ 281 h 843"/>
              <a:gd name="T62" fmla="*/ 446 w 1124"/>
              <a:gd name="T63" fmla="*/ 649 h 843"/>
              <a:gd name="T64" fmla="*/ 1023 w 1124"/>
              <a:gd name="T65" fmla="*/ 281 h 843"/>
              <a:gd name="T66" fmla="*/ 899 w 1124"/>
              <a:gd name="T67" fmla="*/ 281 h 843"/>
              <a:gd name="T68" fmla="*/ 808 w 1124"/>
              <a:gd name="T69" fmla="*/ 151 h 843"/>
              <a:gd name="T70" fmla="*/ 1051 w 1124"/>
              <a:gd name="T71" fmla="*/ 246 h 843"/>
              <a:gd name="T72" fmla="*/ 235 w 1124"/>
              <a:gd name="T73" fmla="*/ 84 h 843"/>
              <a:gd name="T74" fmla="*/ 221 w 1124"/>
              <a:gd name="T75" fmla="*/ 246 h 843"/>
              <a:gd name="T76" fmla="*/ 235 w 1124"/>
              <a:gd name="T77" fmla="*/ 84 h 8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124" h="843" extrusionOk="0">
                <a:moveTo>
                  <a:pt x="1103" y="199"/>
                </a:moveTo>
                <a:cubicBezTo>
                  <a:pt x="925" y="21"/>
                  <a:pt x="925" y="21"/>
                  <a:pt x="925" y="21"/>
                </a:cubicBezTo>
                <a:cubicBezTo>
                  <a:pt x="912" y="7"/>
                  <a:pt x="894" y="0"/>
                  <a:pt x="875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230" y="0"/>
                  <a:pt x="212" y="7"/>
                  <a:pt x="199" y="21"/>
                </a:cubicBezTo>
                <a:cubicBezTo>
                  <a:pt x="21" y="199"/>
                  <a:pt x="21" y="199"/>
                  <a:pt x="21" y="199"/>
                </a:cubicBezTo>
                <a:cubicBezTo>
                  <a:pt x="7" y="213"/>
                  <a:pt x="0" y="231"/>
                  <a:pt x="0" y="249"/>
                </a:cubicBezTo>
                <a:cubicBezTo>
                  <a:pt x="0" y="266"/>
                  <a:pt x="6" y="282"/>
                  <a:pt x="18" y="295"/>
                </a:cubicBezTo>
                <a:cubicBezTo>
                  <a:pt x="509" y="819"/>
                  <a:pt x="509" y="819"/>
                  <a:pt x="509" y="819"/>
                </a:cubicBezTo>
                <a:cubicBezTo>
                  <a:pt x="523" y="834"/>
                  <a:pt x="542" y="843"/>
                  <a:pt x="562" y="843"/>
                </a:cubicBezTo>
                <a:cubicBezTo>
                  <a:pt x="582" y="843"/>
                  <a:pt x="601" y="834"/>
                  <a:pt x="615" y="819"/>
                </a:cubicBezTo>
                <a:cubicBezTo>
                  <a:pt x="1106" y="295"/>
                  <a:pt x="1106" y="295"/>
                  <a:pt x="1106" y="295"/>
                </a:cubicBezTo>
                <a:cubicBezTo>
                  <a:pt x="1118" y="282"/>
                  <a:pt x="1124" y="265"/>
                  <a:pt x="1124" y="248"/>
                </a:cubicBezTo>
                <a:cubicBezTo>
                  <a:pt x="1124" y="230"/>
                  <a:pt x="1117" y="213"/>
                  <a:pt x="1103" y="199"/>
                </a:cubicBezTo>
                <a:close/>
                <a:moveTo>
                  <a:pt x="640" y="246"/>
                </a:moveTo>
                <a:cubicBezTo>
                  <a:pt x="484" y="246"/>
                  <a:pt x="484" y="246"/>
                  <a:pt x="484" y="246"/>
                </a:cubicBezTo>
                <a:cubicBezTo>
                  <a:pt x="562" y="181"/>
                  <a:pt x="562" y="181"/>
                  <a:pt x="562" y="181"/>
                </a:cubicBezTo>
                <a:lnTo>
                  <a:pt x="640" y="246"/>
                </a:lnTo>
                <a:close/>
                <a:moveTo>
                  <a:pt x="589" y="158"/>
                </a:moveTo>
                <a:cubicBezTo>
                  <a:pt x="685" y="78"/>
                  <a:pt x="685" y="78"/>
                  <a:pt x="685" y="78"/>
                </a:cubicBezTo>
                <a:cubicBezTo>
                  <a:pt x="756" y="149"/>
                  <a:pt x="756" y="149"/>
                  <a:pt x="756" y="149"/>
                </a:cubicBezTo>
                <a:cubicBezTo>
                  <a:pt x="667" y="223"/>
                  <a:pt x="667" y="223"/>
                  <a:pt x="667" y="223"/>
                </a:cubicBezTo>
                <a:lnTo>
                  <a:pt x="589" y="158"/>
                </a:lnTo>
                <a:close/>
                <a:moveTo>
                  <a:pt x="457" y="223"/>
                </a:moveTo>
                <a:cubicBezTo>
                  <a:pt x="368" y="149"/>
                  <a:pt x="368" y="149"/>
                  <a:pt x="368" y="149"/>
                </a:cubicBezTo>
                <a:cubicBezTo>
                  <a:pt x="439" y="78"/>
                  <a:pt x="439" y="78"/>
                  <a:pt x="439" y="78"/>
                </a:cubicBezTo>
                <a:cubicBezTo>
                  <a:pt x="535" y="158"/>
                  <a:pt x="535" y="158"/>
                  <a:pt x="535" y="158"/>
                </a:cubicBezTo>
                <a:lnTo>
                  <a:pt x="457" y="223"/>
                </a:lnTo>
                <a:close/>
                <a:moveTo>
                  <a:pt x="649" y="281"/>
                </a:moveTo>
                <a:cubicBezTo>
                  <a:pt x="562" y="718"/>
                  <a:pt x="562" y="718"/>
                  <a:pt x="562" y="718"/>
                </a:cubicBezTo>
                <a:cubicBezTo>
                  <a:pt x="475" y="281"/>
                  <a:pt x="475" y="281"/>
                  <a:pt x="475" y="281"/>
                </a:cubicBezTo>
                <a:lnTo>
                  <a:pt x="649" y="281"/>
                </a:lnTo>
                <a:close/>
                <a:moveTo>
                  <a:pt x="685" y="281"/>
                </a:moveTo>
                <a:cubicBezTo>
                  <a:pt x="858" y="281"/>
                  <a:pt x="858" y="281"/>
                  <a:pt x="858" y="281"/>
                </a:cubicBezTo>
                <a:cubicBezTo>
                  <a:pt x="599" y="712"/>
                  <a:pt x="599" y="712"/>
                  <a:pt x="599" y="712"/>
                </a:cubicBezTo>
                <a:lnTo>
                  <a:pt x="685" y="281"/>
                </a:lnTo>
                <a:close/>
                <a:moveTo>
                  <a:pt x="695" y="246"/>
                </a:moveTo>
                <a:cubicBezTo>
                  <a:pt x="781" y="174"/>
                  <a:pt x="781" y="174"/>
                  <a:pt x="781" y="174"/>
                </a:cubicBezTo>
                <a:cubicBezTo>
                  <a:pt x="853" y="246"/>
                  <a:pt x="853" y="246"/>
                  <a:pt x="853" y="246"/>
                </a:cubicBezTo>
                <a:lnTo>
                  <a:pt x="695" y="246"/>
                </a:lnTo>
                <a:close/>
                <a:moveTo>
                  <a:pt x="727" y="70"/>
                </a:moveTo>
                <a:cubicBezTo>
                  <a:pt x="851" y="70"/>
                  <a:pt x="851" y="70"/>
                  <a:pt x="851" y="70"/>
                </a:cubicBezTo>
                <a:cubicBezTo>
                  <a:pt x="783" y="126"/>
                  <a:pt x="783" y="126"/>
                  <a:pt x="783" y="126"/>
                </a:cubicBezTo>
                <a:lnTo>
                  <a:pt x="727" y="70"/>
                </a:lnTo>
                <a:close/>
                <a:moveTo>
                  <a:pt x="562" y="135"/>
                </a:moveTo>
                <a:cubicBezTo>
                  <a:pt x="484" y="70"/>
                  <a:pt x="484" y="70"/>
                  <a:pt x="484" y="70"/>
                </a:cubicBezTo>
                <a:cubicBezTo>
                  <a:pt x="640" y="70"/>
                  <a:pt x="640" y="70"/>
                  <a:pt x="640" y="70"/>
                </a:cubicBezTo>
                <a:lnTo>
                  <a:pt x="562" y="135"/>
                </a:lnTo>
                <a:close/>
                <a:moveTo>
                  <a:pt x="341" y="126"/>
                </a:moveTo>
                <a:cubicBezTo>
                  <a:pt x="273" y="70"/>
                  <a:pt x="273" y="70"/>
                  <a:pt x="273" y="70"/>
                </a:cubicBezTo>
                <a:cubicBezTo>
                  <a:pt x="397" y="70"/>
                  <a:pt x="397" y="70"/>
                  <a:pt x="397" y="70"/>
                </a:cubicBezTo>
                <a:lnTo>
                  <a:pt x="341" y="126"/>
                </a:lnTo>
                <a:close/>
                <a:moveTo>
                  <a:pt x="343" y="174"/>
                </a:moveTo>
                <a:cubicBezTo>
                  <a:pt x="429" y="246"/>
                  <a:pt x="429" y="246"/>
                  <a:pt x="429" y="246"/>
                </a:cubicBezTo>
                <a:cubicBezTo>
                  <a:pt x="271" y="246"/>
                  <a:pt x="271" y="246"/>
                  <a:pt x="271" y="246"/>
                </a:cubicBezTo>
                <a:lnTo>
                  <a:pt x="343" y="174"/>
                </a:lnTo>
                <a:close/>
                <a:moveTo>
                  <a:pt x="439" y="281"/>
                </a:moveTo>
                <a:cubicBezTo>
                  <a:pt x="525" y="712"/>
                  <a:pt x="525" y="712"/>
                  <a:pt x="525" y="712"/>
                </a:cubicBezTo>
                <a:cubicBezTo>
                  <a:pt x="266" y="281"/>
                  <a:pt x="266" y="281"/>
                  <a:pt x="266" y="281"/>
                </a:cubicBezTo>
                <a:lnTo>
                  <a:pt x="439" y="281"/>
                </a:lnTo>
                <a:close/>
                <a:moveTo>
                  <a:pt x="446" y="649"/>
                </a:moveTo>
                <a:cubicBezTo>
                  <a:pt x="101" y="281"/>
                  <a:pt x="101" y="281"/>
                  <a:pt x="101" y="281"/>
                </a:cubicBezTo>
                <a:cubicBezTo>
                  <a:pt x="225" y="281"/>
                  <a:pt x="225" y="281"/>
                  <a:pt x="225" y="281"/>
                </a:cubicBezTo>
                <a:lnTo>
                  <a:pt x="446" y="649"/>
                </a:lnTo>
                <a:close/>
                <a:moveTo>
                  <a:pt x="899" y="281"/>
                </a:moveTo>
                <a:cubicBezTo>
                  <a:pt x="1023" y="281"/>
                  <a:pt x="1023" y="281"/>
                  <a:pt x="1023" y="281"/>
                </a:cubicBezTo>
                <a:cubicBezTo>
                  <a:pt x="678" y="649"/>
                  <a:pt x="678" y="649"/>
                  <a:pt x="678" y="649"/>
                </a:cubicBezTo>
                <a:lnTo>
                  <a:pt x="899" y="281"/>
                </a:lnTo>
                <a:close/>
                <a:moveTo>
                  <a:pt x="903" y="246"/>
                </a:moveTo>
                <a:cubicBezTo>
                  <a:pt x="808" y="151"/>
                  <a:pt x="808" y="151"/>
                  <a:pt x="808" y="151"/>
                </a:cubicBezTo>
                <a:cubicBezTo>
                  <a:pt x="889" y="84"/>
                  <a:pt x="889" y="84"/>
                  <a:pt x="889" y="84"/>
                </a:cubicBezTo>
                <a:cubicBezTo>
                  <a:pt x="1051" y="246"/>
                  <a:pt x="1051" y="246"/>
                  <a:pt x="1051" y="246"/>
                </a:cubicBezTo>
                <a:lnTo>
                  <a:pt x="903" y="246"/>
                </a:lnTo>
                <a:close/>
                <a:moveTo>
                  <a:pt x="235" y="84"/>
                </a:moveTo>
                <a:cubicBezTo>
                  <a:pt x="316" y="151"/>
                  <a:pt x="316" y="151"/>
                  <a:pt x="316" y="151"/>
                </a:cubicBezTo>
                <a:cubicBezTo>
                  <a:pt x="221" y="246"/>
                  <a:pt x="221" y="246"/>
                  <a:pt x="221" y="246"/>
                </a:cubicBezTo>
                <a:cubicBezTo>
                  <a:pt x="70" y="246"/>
                  <a:pt x="70" y="246"/>
                  <a:pt x="70" y="246"/>
                </a:cubicBezTo>
                <a:lnTo>
                  <a:pt x="235" y="8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>
              <a:solidFill>
                <a:schemeClr val="accent5"/>
              </a:solidFill>
            </a:endParaRPr>
          </a:p>
        </p:txBody>
      </p:sp>
      <p:sp>
        <p:nvSpPr>
          <p:cNvPr id="537664511" name="Content Placeholder 2"/>
          <p:cNvSpPr txBox="1"/>
          <p:nvPr/>
        </p:nvSpPr>
        <p:spPr bwMode="auto">
          <a:xfrm>
            <a:off x="5224572" y="4008549"/>
            <a:ext cx="1277934" cy="326423"/>
          </a:xfrm>
          <a:prstGeom prst="rect">
            <a:avLst/>
          </a:prstGeom>
          <a:ln>
            <a:noFill/>
          </a:ln>
        </p:spPr>
        <p:txBody>
          <a:bodyPr vert="horz" lIns="91428" tIns="45714" rIns="91428" bIns="45714" rtlCol="0" anchor="t">
            <a:noAutofit/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1400">
                <a:solidFill>
                  <a:schemeClr val="accent1"/>
                </a:solidFill>
                <a:ea typeface="Roboto"/>
                <a:cs typeface="Arial"/>
              </a:rPr>
              <a:t>Executed with Passion</a:t>
            </a:r>
            <a:endParaRPr lang="en-US" sz="1100">
              <a:solidFill>
                <a:schemeClr val="accent1"/>
              </a:solidFill>
              <a:ea typeface="Roboto"/>
              <a:cs typeface="Arial"/>
            </a:endParaRPr>
          </a:p>
        </p:txBody>
      </p:sp>
      <p:sp>
        <p:nvSpPr>
          <p:cNvPr id="2062272134" name="Content Placeholder 2"/>
          <p:cNvSpPr txBox="1"/>
          <p:nvPr/>
        </p:nvSpPr>
        <p:spPr bwMode="auto">
          <a:xfrm>
            <a:off x="6383002" y="4016052"/>
            <a:ext cx="1416406" cy="332773"/>
          </a:xfrm>
          <a:prstGeom prst="rect">
            <a:avLst/>
          </a:prstGeom>
          <a:ln>
            <a:noFill/>
          </a:ln>
        </p:spPr>
        <p:txBody>
          <a:bodyPr vert="horz" lIns="91428" tIns="45714" rIns="91428" bIns="45714" rtlCol="0" anchor="t">
            <a:noAutofit/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1400">
                <a:solidFill>
                  <a:schemeClr val="accent2"/>
                </a:solidFill>
                <a:ea typeface="Roboto"/>
                <a:cs typeface="Arial"/>
              </a:rPr>
              <a:t>Cost </a:t>
            </a:r>
            <a:endParaRPr/>
          </a:p>
          <a:p>
            <a:pPr algn="ctr">
              <a:defRPr/>
            </a:pPr>
            <a:r>
              <a:rPr lang="id-ID" sz="1400">
                <a:solidFill>
                  <a:schemeClr val="accent2"/>
                </a:solidFill>
                <a:ea typeface="Roboto"/>
                <a:cs typeface="Arial"/>
              </a:rPr>
              <a:t>Effective</a:t>
            </a:r>
            <a:endParaRPr lang="en-US" sz="1100">
              <a:solidFill>
                <a:schemeClr val="accent2"/>
              </a:solidFill>
              <a:ea typeface="Roboto"/>
              <a:cs typeface="Arial"/>
            </a:endParaRPr>
          </a:p>
        </p:txBody>
      </p:sp>
      <p:sp>
        <p:nvSpPr>
          <p:cNvPr id="67631451" name="Content Placeholder 2"/>
          <p:cNvSpPr txBox="1"/>
          <p:nvPr/>
        </p:nvSpPr>
        <p:spPr bwMode="auto">
          <a:xfrm>
            <a:off x="7624374" y="4016051"/>
            <a:ext cx="1277934" cy="326423"/>
          </a:xfrm>
          <a:prstGeom prst="rect">
            <a:avLst/>
          </a:prstGeom>
          <a:ln>
            <a:noFill/>
          </a:ln>
        </p:spPr>
        <p:txBody>
          <a:bodyPr vert="horz" lIns="91428" tIns="45714" rIns="91428" bIns="45714" rtlCol="0" anchor="t">
            <a:noAutofit/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1400">
                <a:solidFill>
                  <a:schemeClr val="accent3"/>
                </a:solidFill>
                <a:ea typeface="Roboto"/>
                <a:cs typeface="Arial"/>
              </a:rPr>
              <a:t>Strategicaly</a:t>
            </a:r>
          </a:p>
          <a:p>
            <a:pPr algn="ctr">
              <a:defRPr/>
            </a:pPr>
            <a:r>
              <a:rPr lang="id-ID" sz="1400">
                <a:solidFill>
                  <a:schemeClr val="accent3"/>
                </a:solidFill>
                <a:ea typeface="Roboto"/>
                <a:cs typeface="Arial"/>
              </a:rPr>
              <a:t>Advanced</a:t>
            </a:r>
            <a:endParaRPr lang="en-US" sz="1100">
              <a:solidFill>
                <a:schemeClr val="accent3"/>
              </a:solidFill>
              <a:ea typeface="Roboto"/>
              <a:cs typeface="Arial"/>
            </a:endParaRPr>
          </a:p>
        </p:txBody>
      </p:sp>
      <p:sp>
        <p:nvSpPr>
          <p:cNvPr id="162702341" name="Content Placeholder 2"/>
          <p:cNvSpPr txBox="1"/>
          <p:nvPr/>
        </p:nvSpPr>
        <p:spPr bwMode="auto">
          <a:xfrm>
            <a:off x="8696011" y="4016050"/>
            <a:ext cx="1277934" cy="326423"/>
          </a:xfrm>
          <a:prstGeom prst="rect">
            <a:avLst/>
          </a:prstGeom>
          <a:ln>
            <a:noFill/>
          </a:ln>
        </p:spPr>
        <p:txBody>
          <a:bodyPr vert="horz" lIns="91428" tIns="45714" rIns="91428" bIns="45714" rtlCol="0" anchor="t">
            <a:noAutofit/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1400">
                <a:solidFill>
                  <a:schemeClr val="accent4"/>
                </a:solidFill>
                <a:ea typeface="Roboto"/>
                <a:cs typeface="Arial"/>
              </a:rPr>
              <a:t>Well </a:t>
            </a:r>
            <a:endParaRPr/>
          </a:p>
          <a:p>
            <a:pPr algn="ctr">
              <a:defRPr/>
            </a:pPr>
            <a:r>
              <a:rPr lang="id-ID" sz="1400">
                <a:solidFill>
                  <a:schemeClr val="accent4"/>
                </a:solidFill>
                <a:ea typeface="Roboto"/>
                <a:cs typeface="Arial"/>
              </a:rPr>
              <a:t>Planned</a:t>
            </a:r>
            <a:endParaRPr lang="en-US" sz="1100">
              <a:solidFill>
                <a:schemeClr val="accent4"/>
              </a:solidFill>
              <a:ea typeface="Roboto"/>
              <a:cs typeface="Arial"/>
            </a:endParaRPr>
          </a:p>
        </p:txBody>
      </p:sp>
      <p:grpSp>
        <p:nvGrpSpPr>
          <p:cNvPr id="611594856" name="Group 22"/>
          <p:cNvGrpSpPr>
            <a:grpSpLocks noChangeAspect="1"/>
          </p:cNvGrpSpPr>
          <p:nvPr/>
        </p:nvGrpSpPr>
        <p:grpSpPr bwMode="auto">
          <a:xfrm>
            <a:off x="10208042" y="3541255"/>
            <a:ext cx="306164" cy="306042"/>
            <a:chOff x="0" y="1587"/>
            <a:chExt cx="4016375" cy="4014787"/>
          </a:xfrm>
          <a:solidFill>
            <a:schemeClr val="accent3"/>
          </a:solidFill>
        </p:grpSpPr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0" y="1587"/>
              <a:ext cx="4016375" cy="4014787"/>
            </a:xfrm>
            <a:custGeom>
              <a:avLst/>
              <a:gdLst>
                <a:gd name="T0" fmla="*/ 690 w 1068"/>
                <a:gd name="T1" fmla="*/ 335 h 1068"/>
                <a:gd name="T2" fmla="*/ 534 w 1068"/>
                <a:gd name="T3" fmla="*/ 0 h 1068"/>
                <a:gd name="T4" fmla="*/ 301 w 1068"/>
                <a:gd name="T5" fmla="*/ 342 h 1068"/>
                <a:gd name="T6" fmla="*/ 267 w 1068"/>
                <a:gd name="T7" fmla="*/ 360 h 1068"/>
                <a:gd name="T8" fmla="*/ 100 w 1068"/>
                <a:gd name="T9" fmla="*/ 334 h 1068"/>
                <a:gd name="T10" fmla="*/ 0 w 1068"/>
                <a:gd name="T11" fmla="*/ 968 h 1068"/>
                <a:gd name="T12" fmla="*/ 201 w 1068"/>
                <a:gd name="T13" fmla="*/ 1068 h 1068"/>
                <a:gd name="T14" fmla="*/ 291 w 1068"/>
                <a:gd name="T15" fmla="*/ 1011 h 1068"/>
                <a:gd name="T16" fmla="*/ 301 w 1068"/>
                <a:gd name="T17" fmla="*/ 1013 h 1068"/>
                <a:gd name="T18" fmla="*/ 635 w 1068"/>
                <a:gd name="T19" fmla="*/ 1068 h 1068"/>
                <a:gd name="T20" fmla="*/ 937 w 1068"/>
                <a:gd name="T21" fmla="*/ 1004 h 1068"/>
                <a:gd name="T22" fmla="*/ 952 w 1068"/>
                <a:gd name="T23" fmla="*/ 909 h 1068"/>
                <a:gd name="T24" fmla="*/ 1007 w 1068"/>
                <a:gd name="T25" fmla="*/ 732 h 1068"/>
                <a:gd name="T26" fmla="*/ 1039 w 1068"/>
                <a:gd name="T27" fmla="*/ 560 h 1068"/>
                <a:gd name="T28" fmla="*/ 1068 w 1068"/>
                <a:gd name="T29" fmla="*/ 481 h 1068"/>
                <a:gd name="T30" fmla="*/ 974 w 1068"/>
                <a:gd name="T31" fmla="*/ 349 h 1068"/>
                <a:gd name="T32" fmla="*/ 201 w 1068"/>
                <a:gd name="T33" fmla="*/ 1001 h 1068"/>
                <a:gd name="T34" fmla="*/ 67 w 1068"/>
                <a:gd name="T35" fmla="*/ 968 h 1068"/>
                <a:gd name="T36" fmla="*/ 100 w 1068"/>
                <a:gd name="T37" fmla="*/ 401 h 1068"/>
                <a:gd name="T38" fmla="*/ 234 w 1068"/>
                <a:gd name="T39" fmla="*/ 434 h 1068"/>
                <a:gd name="T40" fmla="*/ 1001 w 1068"/>
                <a:gd name="T41" fmla="*/ 485 h 1068"/>
                <a:gd name="T42" fmla="*/ 868 w 1068"/>
                <a:gd name="T43" fmla="*/ 534 h 1068"/>
                <a:gd name="T44" fmla="*/ 868 w 1068"/>
                <a:gd name="T45" fmla="*/ 567 h 1068"/>
                <a:gd name="T46" fmla="*/ 986 w 1068"/>
                <a:gd name="T47" fmla="*/ 629 h 1068"/>
                <a:gd name="T48" fmla="*/ 835 w 1068"/>
                <a:gd name="T49" fmla="*/ 701 h 1068"/>
                <a:gd name="T50" fmla="*/ 835 w 1068"/>
                <a:gd name="T51" fmla="*/ 734 h 1068"/>
                <a:gd name="T52" fmla="*/ 944 w 1068"/>
                <a:gd name="T53" fmla="*/ 803 h 1068"/>
                <a:gd name="T54" fmla="*/ 801 w 1068"/>
                <a:gd name="T55" fmla="*/ 868 h 1068"/>
                <a:gd name="T56" fmla="*/ 801 w 1068"/>
                <a:gd name="T57" fmla="*/ 901 h 1068"/>
                <a:gd name="T58" fmla="*/ 888 w 1068"/>
                <a:gd name="T59" fmla="*/ 948 h 1068"/>
                <a:gd name="T60" fmla="*/ 818 w 1068"/>
                <a:gd name="T61" fmla="*/ 1001 h 1068"/>
                <a:gd name="T62" fmla="*/ 450 w 1068"/>
                <a:gd name="T63" fmla="*/ 980 h 1068"/>
                <a:gd name="T64" fmla="*/ 268 w 1068"/>
                <a:gd name="T65" fmla="*/ 914 h 1068"/>
                <a:gd name="T66" fmla="*/ 294 w 1068"/>
                <a:gd name="T67" fmla="*/ 418 h 1068"/>
                <a:gd name="T68" fmla="*/ 501 w 1068"/>
                <a:gd name="T69" fmla="*/ 100 h 1068"/>
                <a:gd name="T70" fmla="*/ 632 w 1068"/>
                <a:gd name="T71" fmla="*/ 225 h 1068"/>
                <a:gd name="T72" fmla="*/ 962 w 1068"/>
                <a:gd name="T73" fmla="*/ 413 h 1068"/>
                <a:gd name="T74" fmla="*/ 1001 w 1068"/>
                <a:gd name="T75" fmla="*/ 485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68" h="1068" extrusionOk="0">
                  <a:moveTo>
                    <a:pt x="974" y="349"/>
                  </a:moveTo>
                  <a:cubicBezTo>
                    <a:pt x="932" y="339"/>
                    <a:pt x="834" y="339"/>
                    <a:pt x="690" y="335"/>
                  </a:cubicBezTo>
                  <a:cubicBezTo>
                    <a:pt x="697" y="304"/>
                    <a:pt x="699" y="275"/>
                    <a:pt x="699" y="225"/>
                  </a:cubicBezTo>
                  <a:cubicBezTo>
                    <a:pt x="699" y="105"/>
                    <a:pt x="611" y="0"/>
                    <a:pt x="534" y="0"/>
                  </a:cubicBezTo>
                  <a:cubicBezTo>
                    <a:pt x="480" y="0"/>
                    <a:pt x="435" y="45"/>
                    <a:pt x="434" y="99"/>
                  </a:cubicBezTo>
                  <a:cubicBezTo>
                    <a:pt x="433" y="167"/>
                    <a:pt x="413" y="283"/>
                    <a:pt x="301" y="342"/>
                  </a:cubicBezTo>
                  <a:cubicBezTo>
                    <a:pt x="292" y="346"/>
                    <a:pt x="269" y="357"/>
                    <a:pt x="265" y="359"/>
                  </a:cubicBezTo>
                  <a:cubicBezTo>
                    <a:pt x="267" y="360"/>
                    <a:pt x="267" y="360"/>
                    <a:pt x="267" y="360"/>
                  </a:cubicBezTo>
                  <a:cubicBezTo>
                    <a:pt x="250" y="345"/>
                    <a:pt x="225" y="334"/>
                    <a:pt x="201" y="334"/>
                  </a:cubicBezTo>
                  <a:cubicBezTo>
                    <a:pt x="100" y="334"/>
                    <a:pt x="100" y="334"/>
                    <a:pt x="100" y="334"/>
                  </a:cubicBezTo>
                  <a:cubicBezTo>
                    <a:pt x="45" y="334"/>
                    <a:pt x="0" y="379"/>
                    <a:pt x="0" y="434"/>
                  </a:cubicBezTo>
                  <a:cubicBezTo>
                    <a:pt x="0" y="968"/>
                    <a:pt x="0" y="968"/>
                    <a:pt x="0" y="968"/>
                  </a:cubicBezTo>
                  <a:cubicBezTo>
                    <a:pt x="0" y="1023"/>
                    <a:pt x="45" y="1068"/>
                    <a:pt x="100" y="1068"/>
                  </a:cubicBezTo>
                  <a:cubicBezTo>
                    <a:pt x="201" y="1068"/>
                    <a:pt x="201" y="1068"/>
                    <a:pt x="201" y="1068"/>
                  </a:cubicBezTo>
                  <a:cubicBezTo>
                    <a:pt x="240" y="1068"/>
                    <a:pt x="273" y="1044"/>
                    <a:pt x="290" y="1010"/>
                  </a:cubicBezTo>
                  <a:cubicBezTo>
                    <a:pt x="290" y="1011"/>
                    <a:pt x="291" y="1011"/>
                    <a:pt x="291" y="1011"/>
                  </a:cubicBezTo>
                  <a:cubicBezTo>
                    <a:pt x="293" y="1011"/>
                    <a:pt x="296" y="1012"/>
                    <a:pt x="299" y="1013"/>
                  </a:cubicBezTo>
                  <a:cubicBezTo>
                    <a:pt x="300" y="1013"/>
                    <a:pt x="300" y="1013"/>
                    <a:pt x="301" y="1013"/>
                  </a:cubicBezTo>
                  <a:cubicBezTo>
                    <a:pt x="320" y="1018"/>
                    <a:pt x="357" y="1027"/>
                    <a:pt x="436" y="1045"/>
                  </a:cubicBezTo>
                  <a:cubicBezTo>
                    <a:pt x="453" y="1049"/>
                    <a:pt x="542" y="1068"/>
                    <a:pt x="635" y="1068"/>
                  </a:cubicBezTo>
                  <a:cubicBezTo>
                    <a:pt x="818" y="1068"/>
                    <a:pt x="818" y="1068"/>
                    <a:pt x="818" y="1068"/>
                  </a:cubicBezTo>
                  <a:cubicBezTo>
                    <a:pt x="873" y="1068"/>
                    <a:pt x="913" y="1047"/>
                    <a:pt x="937" y="1004"/>
                  </a:cubicBezTo>
                  <a:cubicBezTo>
                    <a:pt x="938" y="1003"/>
                    <a:pt x="945" y="988"/>
                    <a:pt x="952" y="968"/>
                  </a:cubicBezTo>
                  <a:cubicBezTo>
                    <a:pt x="956" y="952"/>
                    <a:pt x="958" y="931"/>
                    <a:pt x="952" y="909"/>
                  </a:cubicBezTo>
                  <a:cubicBezTo>
                    <a:pt x="988" y="884"/>
                    <a:pt x="1000" y="847"/>
                    <a:pt x="1007" y="823"/>
                  </a:cubicBezTo>
                  <a:cubicBezTo>
                    <a:pt x="1020" y="783"/>
                    <a:pt x="1016" y="753"/>
                    <a:pt x="1007" y="732"/>
                  </a:cubicBezTo>
                  <a:cubicBezTo>
                    <a:pt x="1027" y="713"/>
                    <a:pt x="1045" y="684"/>
                    <a:pt x="1052" y="640"/>
                  </a:cubicBezTo>
                  <a:cubicBezTo>
                    <a:pt x="1056" y="612"/>
                    <a:pt x="1052" y="584"/>
                    <a:pt x="1039" y="560"/>
                  </a:cubicBezTo>
                  <a:cubicBezTo>
                    <a:pt x="1058" y="539"/>
                    <a:pt x="1066" y="513"/>
                    <a:pt x="1067" y="488"/>
                  </a:cubicBezTo>
                  <a:cubicBezTo>
                    <a:pt x="1068" y="481"/>
                    <a:pt x="1068" y="481"/>
                    <a:pt x="1068" y="481"/>
                  </a:cubicBezTo>
                  <a:cubicBezTo>
                    <a:pt x="1068" y="476"/>
                    <a:pt x="1068" y="474"/>
                    <a:pt x="1068" y="464"/>
                  </a:cubicBezTo>
                  <a:cubicBezTo>
                    <a:pt x="1068" y="422"/>
                    <a:pt x="1039" y="368"/>
                    <a:pt x="974" y="349"/>
                  </a:cubicBezTo>
                  <a:close/>
                  <a:moveTo>
                    <a:pt x="234" y="968"/>
                  </a:moveTo>
                  <a:cubicBezTo>
                    <a:pt x="234" y="986"/>
                    <a:pt x="219" y="1001"/>
                    <a:pt x="201" y="1001"/>
                  </a:cubicBezTo>
                  <a:cubicBezTo>
                    <a:pt x="100" y="1001"/>
                    <a:pt x="100" y="1001"/>
                    <a:pt x="100" y="1001"/>
                  </a:cubicBezTo>
                  <a:cubicBezTo>
                    <a:pt x="82" y="1001"/>
                    <a:pt x="67" y="986"/>
                    <a:pt x="67" y="968"/>
                  </a:cubicBezTo>
                  <a:cubicBezTo>
                    <a:pt x="67" y="434"/>
                    <a:pt x="67" y="434"/>
                    <a:pt x="67" y="434"/>
                  </a:cubicBezTo>
                  <a:cubicBezTo>
                    <a:pt x="67" y="415"/>
                    <a:pt x="82" y="401"/>
                    <a:pt x="100" y="401"/>
                  </a:cubicBezTo>
                  <a:cubicBezTo>
                    <a:pt x="201" y="401"/>
                    <a:pt x="201" y="401"/>
                    <a:pt x="201" y="401"/>
                  </a:cubicBezTo>
                  <a:cubicBezTo>
                    <a:pt x="219" y="401"/>
                    <a:pt x="234" y="415"/>
                    <a:pt x="234" y="434"/>
                  </a:cubicBezTo>
                  <a:lnTo>
                    <a:pt x="234" y="968"/>
                  </a:lnTo>
                  <a:close/>
                  <a:moveTo>
                    <a:pt x="1001" y="485"/>
                  </a:moveTo>
                  <a:cubicBezTo>
                    <a:pt x="1000" y="502"/>
                    <a:pt x="993" y="534"/>
                    <a:pt x="935" y="534"/>
                  </a:cubicBezTo>
                  <a:cubicBezTo>
                    <a:pt x="885" y="534"/>
                    <a:pt x="868" y="534"/>
                    <a:pt x="868" y="534"/>
                  </a:cubicBezTo>
                  <a:cubicBezTo>
                    <a:pt x="859" y="534"/>
                    <a:pt x="851" y="541"/>
                    <a:pt x="851" y="551"/>
                  </a:cubicBezTo>
                  <a:cubicBezTo>
                    <a:pt x="851" y="560"/>
                    <a:pt x="859" y="567"/>
                    <a:pt x="868" y="567"/>
                  </a:cubicBezTo>
                  <a:cubicBezTo>
                    <a:pt x="868" y="567"/>
                    <a:pt x="883" y="567"/>
                    <a:pt x="933" y="567"/>
                  </a:cubicBezTo>
                  <a:cubicBezTo>
                    <a:pt x="983" y="567"/>
                    <a:pt x="989" y="609"/>
                    <a:pt x="986" y="629"/>
                  </a:cubicBezTo>
                  <a:cubicBezTo>
                    <a:pt x="982" y="654"/>
                    <a:pt x="970" y="701"/>
                    <a:pt x="914" y="701"/>
                  </a:cubicBezTo>
                  <a:cubicBezTo>
                    <a:pt x="858" y="701"/>
                    <a:pt x="835" y="701"/>
                    <a:pt x="835" y="701"/>
                  </a:cubicBezTo>
                  <a:cubicBezTo>
                    <a:pt x="825" y="701"/>
                    <a:pt x="818" y="708"/>
                    <a:pt x="818" y="718"/>
                  </a:cubicBezTo>
                  <a:cubicBezTo>
                    <a:pt x="818" y="727"/>
                    <a:pt x="825" y="734"/>
                    <a:pt x="835" y="734"/>
                  </a:cubicBezTo>
                  <a:cubicBezTo>
                    <a:pt x="835" y="734"/>
                    <a:pt x="874" y="734"/>
                    <a:pt x="900" y="734"/>
                  </a:cubicBezTo>
                  <a:cubicBezTo>
                    <a:pt x="957" y="734"/>
                    <a:pt x="952" y="777"/>
                    <a:pt x="944" y="803"/>
                  </a:cubicBezTo>
                  <a:cubicBezTo>
                    <a:pt x="933" y="837"/>
                    <a:pt x="926" y="868"/>
                    <a:pt x="856" y="868"/>
                  </a:cubicBezTo>
                  <a:cubicBezTo>
                    <a:pt x="831" y="868"/>
                    <a:pt x="801" y="868"/>
                    <a:pt x="801" y="868"/>
                  </a:cubicBezTo>
                  <a:cubicBezTo>
                    <a:pt x="792" y="868"/>
                    <a:pt x="784" y="875"/>
                    <a:pt x="784" y="884"/>
                  </a:cubicBezTo>
                  <a:cubicBezTo>
                    <a:pt x="784" y="894"/>
                    <a:pt x="792" y="901"/>
                    <a:pt x="801" y="901"/>
                  </a:cubicBezTo>
                  <a:cubicBezTo>
                    <a:pt x="801" y="901"/>
                    <a:pt x="824" y="901"/>
                    <a:pt x="853" y="901"/>
                  </a:cubicBezTo>
                  <a:cubicBezTo>
                    <a:pt x="890" y="901"/>
                    <a:pt x="892" y="936"/>
                    <a:pt x="888" y="948"/>
                  </a:cubicBezTo>
                  <a:cubicBezTo>
                    <a:pt x="884" y="962"/>
                    <a:pt x="879" y="972"/>
                    <a:pt x="878" y="972"/>
                  </a:cubicBezTo>
                  <a:cubicBezTo>
                    <a:pt x="868" y="990"/>
                    <a:pt x="852" y="1001"/>
                    <a:pt x="818" y="1001"/>
                  </a:cubicBezTo>
                  <a:cubicBezTo>
                    <a:pt x="635" y="1001"/>
                    <a:pt x="635" y="1001"/>
                    <a:pt x="635" y="1001"/>
                  </a:cubicBezTo>
                  <a:cubicBezTo>
                    <a:pt x="544" y="1001"/>
                    <a:pt x="453" y="980"/>
                    <a:pt x="450" y="980"/>
                  </a:cubicBezTo>
                  <a:cubicBezTo>
                    <a:pt x="312" y="948"/>
                    <a:pt x="304" y="946"/>
                    <a:pt x="296" y="943"/>
                  </a:cubicBezTo>
                  <a:cubicBezTo>
                    <a:pt x="296" y="943"/>
                    <a:pt x="268" y="938"/>
                    <a:pt x="268" y="914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7" y="437"/>
                    <a:pt x="277" y="423"/>
                    <a:pt x="294" y="418"/>
                  </a:cubicBezTo>
                  <a:cubicBezTo>
                    <a:pt x="296" y="417"/>
                    <a:pt x="299" y="416"/>
                    <a:pt x="301" y="415"/>
                  </a:cubicBezTo>
                  <a:cubicBezTo>
                    <a:pt x="453" y="352"/>
                    <a:pt x="500" y="214"/>
                    <a:pt x="501" y="100"/>
                  </a:cubicBezTo>
                  <a:cubicBezTo>
                    <a:pt x="501" y="84"/>
                    <a:pt x="513" y="67"/>
                    <a:pt x="534" y="67"/>
                  </a:cubicBezTo>
                  <a:cubicBezTo>
                    <a:pt x="570" y="67"/>
                    <a:pt x="632" y="138"/>
                    <a:pt x="632" y="225"/>
                  </a:cubicBezTo>
                  <a:cubicBezTo>
                    <a:pt x="632" y="304"/>
                    <a:pt x="629" y="318"/>
                    <a:pt x="601" y="401"/>
                  </a:cubicBezTo>
                  <a:cubicBezTo>
                    <a:pt x="935" y="401"/>
                    <a:pt x="932" y="405"/>
                    <a:pt x="962" y="413"/>
                  </a:cubicBezTo>
                  <a:cubicBezTo>
                    <a:pt x="998" y="423"/>
                    <a:pt x="1002" y="454"/>
                    <a:pt x="1002" y="464"/>
                  </a:cubicBezTo>
                  <a:cubicBezTo>
                    <a:pt x="1002" y="476"/>
                    <a:pt x="1001" y="474"/>
                    <a:pt x="1001" y="48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id-ID">
                <a:solidFill>
                  <a:schemeClr val="accent5"/>
                </a:solidFill>
              </a:endParaRPr>
            </a:p>
          </p:txBody>
        </p:sp>
        <p:sp>
          <p:nvSpPr>
            <p:cNvPr id="28" name="Freeform 27"/>
            <p:cNvSpPr>
              <a:spLocks noEditPoints="1"/>
            </p:cNvSpPr>
            <p:nvPr/>
          </p:nvSpPr>
          <p:spPr bwMode="auto">
            <a:xfrm>
              <a:off x="376238" y="3263900"/>
              <a:ext cx="379412" cy="376237"/>
            </a:xfrm>
            <a:custGeom>
              <a:avLst/>
              <a:gdLst>
                <a:gd name="T0" fmla="*/ 50 w 101"/>
                <a:gd name="T1" fmla="*/ 0 h 100"/>
                <a:gd name="T2" fmla="*/ 0 w 101"/>
                <a:gd name="T3" fmla="*/ 50 h 100"/>
                <a:gd name="T4" fmla="*/ 50 w 101"/>
                <a:gd name="T5" fmla="*/ 100 h 100"/>
                <a:gd name="T6" fmla="*/ 101 w 101"/>
                <a:gd name="T7" fmla="*/ 50 h 100"/>
                <a:gd name="T8" fmla="*/ 50 w 101"/>
                <a:gd name="T9" fmla="*/ 0 h 100"/>
                <a:gd name="T10" fmla="*/ 50 w 101"/>
                <a:gd name="T11" fmla="*/ 67 h 100"/>
                <a:gd name="T12" fmla="*/ 34 w 101"/>
                <a:gd name="T13" fmla="*/ 50 h 100"/>
                <a:gd name="T14" fmla="*/ 50 w 101"/>
                <a:gd name="T15" fmla="*/ 33 h 100"/>
                <a:gd name="T16" fmla="*/ 67 w 101"/>
                <a:gd name="T17" fmla="*/ 50 h 100"/>
                <a:gd name="T18" fmla="*/ 50 w 101"/>
                <a:gd name="T19" fmla="*/ 67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" h="100" extrusionOk="0">
                  <a:moveTo>
                    <a:pt x="50" y="0"/>
                  </a:moveTo>
                  <a:cubicBezTo>
                    <a:pt x="23" y="0"/>
                    <a:pt x="0" y="22"/>
                    <a:pt x="0" y="50"/>
                  </a:cubicBezTo>
                  <a:cubicBezTo>
                    <a:pt x="0" y="77"/>
                    <a:pt x="23" y="100"/>
                    <a:pt x="50" y="100"/>
                  </a:cubicBezTo>
                  <a:cubicBezTo>
                    <a:pt x="78" y="100"/>
                    <a:pt x="101" y="77"/>
                    <a:pt x="101" y="50"/>
                  </a:cubicBezTo>
                  <a:cubicBezTo>
                    <a:pt x="101" y="22"/>
                    <a:pt x="78" y="0"/>
                    <a:pt x="50" y="0"/>
                  </a:cubicBezTo>
                  <a:close/>
                  <a:moveTo>
                    <a:pt x="50" y="67"/>
                  </a:moveTo>
                  <a:cubicBezTo>
                    <a:pt x="41" y="67"/>
                    <a:pt x="34" y="59"/>
                    <a:pt x="34" y="50"/>
                  </a:cubicBezTo>
                  <a:cubicBezTo>
                    <a:pt x="34" y="41"/>
                    <a:pt x="41" y="33"/>
                    <a:pt x="50" y="33"/>
                  </a:cubicBezTo>
                  <a:cubicBezTo>
                    <a:pt x="60" y="33"/>
                    <a:pt x="67" y="41"/>
                    <a:pt x="67" y="50"/>
                  </a:cubicBezTo>
                  <a:cubicBezTo>
                    <a:pt x="67" y="59"/>
                    <a:pt x="60" y="67"/>
                    <a:pt x="50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28" tIns="45714" rIns="91428" bIns="45714" numCol="1" anchor="t" anchorCtr="0" compatLnSpc="1">
              <a:prstTxWarp prst="textNoShape">
                <a:avLst/>
              </a:prstTxWarp>
            </a:bodyPr>
            <a:lstStyle>
              <a:defPPr>
                <a:defRPr lang="id-ID"/>
              </a:defPPr>
              <a:lvl1pPr marL="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>
                <a:defRPr sz="18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id-ID">
                <a:solidFill>
                  <a:schemeClr val="accent5"/>
                </a:solidFill>
              </a:endParaRPr>
            </a:p>
          </p:txBody>
        </p:sp>
      </p:grpSp>
      <p:sp>
        <p:nvSpPr>
          <p:cNvPr id="876573806" name="Content Placeholder 2"/>
          <p:cNvSpPr txBox="1"/>
          <p:nvPr/>
        </p:nvSpPr>
        <p:spPr bwMode="auto">
          <a:xfrm>
            <a:off x="9720400" y="4007940"/>
            <a:ext cx="1277934" cy="326423"/>
          </a:xfrm>
          <a:prstGeom prst="rect">
            <a:avLst/>
          </a:prstGeom>
          <a:ln>
            <a:noFill/>
          </a:ln>
        </p:spPr>
        <p:txBody>
          <a:bodyPr vert="horz" lIns="91428" tIns="45714" rIns="91428" bIns="45714" rtlCol="0" anchor="t">
            <a:noAutofit/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id-ID" sz="1400">
                <a:solidFill>
                  <a:schemeClr val="accent5"/>
                </a:solidFill>
                <a:ea typeface="Roboto"/>
                <a:cs typeface="Arial"/>
              </a:rPr>
              <a:t>Honest</a:t>
            </a:r>
            <a:endParaRPr lang="en-US" sz="1100">
              <a:solidFill>
                <a:schemeClr val="accent5"/>
              </a:solidFill>
              <a:ea typeface="Roboto"/>
              <a:cs typeface="Arial"/>
            </a:endParaRPr>
          </a:p>
        </p:txBody>
      </p:sp>
      <p:sp>
        <p:nvSpPr>
          <p:cNvPr id="2028657297" name="Freeform 25"/>
          <p:cNvSpPr>
            <a:spLocks noChangeAspect="1" noEditPoints="1"/>
          </p:cNvSpPr>
          <p:nvPr/>
        </p:nvSpPr>
        <p:spPr bwMode="auto">
          <a:xfrm>
            <a:off x="9159650" y="3534309"/>
            <a:ext cx="322945" cy="313332"/>
          </a:xfrm>
          <a:custGeom>
            <a:avLst/>
            <a:gdLst>
              <a:gd name="T0" fmla="*/ 172 w 241"/>
              <a:gd name="T1" fmla="*/ 0 h 234"/>
              <a:gd name="T2" fmla="*/ 102 w 241"/>
              <a:gd name="T3" fmla="*/ 50 h 234"/>
              <a:gd name="T4" fmla="*/ 102 w 241"/>
              <a:gd name="T5" fmla="*/ 50 h 234"/>
              <a:gd name="T6" fmla="*/ 26 w 241"/>
              <a:gd name="T7" fmla="*/ 126 h 234"/>
              <a:gd name="T8" fmla="*/ 2 w 241"/>
              <a:gd name="T9" fmla="*/ 201 h 234"/>
              <a:gd name="T10" fmla="*/ 26 w 241"/>
              <a:gd name="T11" fmla="*/ 234 h 234"/>
              <a:gd name="T12" fmla="*/ 96 w 241"/>
              <a:gd name="T13" fmla="*/ 216 h 234"/>
              <a:gd name="T14" fmla="*/ 220 w 241"/>
              <a:gd name="T15" fmla="*/ 97 h 234"/>
              <a:gd name="T16" fmla="*/ 117 w 241"/>
              <a:gd name="T17" fmla="*/ 174 h 234"/>
              <a:gd name="T18" fmla="*/ 181 w 241"/>
              <a:gd name="T19" fmla="*/ 86 h 234"/>
              <a:gd name="T20" fmla="*/ 174 w 241"/>
              <a:gd name="T21" fmla="*/ 123 h 234"/>
              <a:gd name="T22" fmla="*/ 117 w 241"/>
              <a:gd name="T23" fmla="*/ 180 h 234"/>
              <a:gd name="T24" fmla="*/ 108 w 241"/>
              <a:gd name="T25" fmla="*/ 148 h 234"/>
              <a:gd name="T26" fmla="*/ 84 w 241"/>
              <a:gd name="T27" fmla="*/ 125 h 234"/>
              <a:gd name="T28" fmla="*/ 169 w 241"/>
              <a:gd name="T29" fmla="*/ 66 h 234"/>
              <a:gd name="T30" fmla="*/ 108 w 241"/>
              <a:gd name="T31" fmla="*/ 148 h 234"/>
              <a:gd name="T32" fmla="*/ 56 w 241"/>
              <a:gd name="T33" fmla="*/ 117 h 234"/>
              <a:gd name="T34" fmla="*/ 146 w 241"/>
              <a:gd name="T35" fmla="*/ 53 h 234"/>
              <a:gd name="T36" fmla="*/ 31 w 241"/>
              <a:gd name="T37" fmla="*/ 219 h 234"/>
              <a:gd name="T38" fmla="*/ 15 w 241"/>
              <a:gd name="T39" fmla="*/ 209 h 234"/>
              <a:gd name="T40" fmla="*/ 23 w 241"/>
              <a:gd name="T41" fmla="*/ 177 h 234"/>
              <a:gd name="T42" fmla="*/ 58 w 241"/>
              <a:gd name="T43" fmla="*/ 211 h 234"/>
              <a:gd name="T44" fmla="*/ 65 w 241"/>
              <a:gd name="T45" fmla="*/ 210 h 234"/>
              <a:gd name="T46" fmla="*/ 26 w 241"/>
              <a:gd name="T47" fmla="*/ 169 h 234"/>
              <a:gd name="T48" fmla="*/ 36 w 241"/>
              <a:gd name="T49" fmla="*/ 138 h 234"/>
              <a:gd name="T50" fmla="*/ 95 w 241"/>
              <a:gd name="T51" fmla="*/ 201 h 234"/>
              <a:gd name="T52" fmla="*/ 65 w 241"/>
              <a:gd name="T53" fmla="*/ 210 h 234"/>
              <a:gd name="T54" fmla="*/ 198 w 241"/>
              <a:gd name="T55" fmla="*/ 99 h 234"/>
              <a:gd name="T56" fmla="*/ 179 w 241"/>
              <a:gd name="T57" fmla="*/ 55 h 234"/>
              <a:gd name="T58" fmla="*/ 148 w 241"/>
              <a:gd name="T59" fmla="*/ 24 h 234"/>
              <a:gd name="T60" fmla="*/ 205 w 241"/>
              <a:gd name="T61" fmla="*/ 30 h 234"/>
              <a:gd name="T62" fmla="*/ 210 w 241"/>
              <a:gd name="T63" fmla="*/ 86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41" h="234" extrusionOk="0">
                <a:moveTo>
                  <a:pt x="215" y="19"/>
                </a:moveTo>
                <a:cubicBezTo>
                  <a:pt x="203" y="7"/>
                  <a:pt x="187" y="0"/>
                  <a:pt x="172" y="0"/>
                </a:cubicBezTo>
                <a:cubicBezTo>
                  <a:pt x="159" y="0"/>
                  <a:pt x="146" y="5"/>
                  <a:pt x="138" y="14"/>
                </a:cubicBezTo>
                <a:cubicBezTo>
                  <a:pt x="102" y="50"/>
                  <a:pt x="102" y="50"/>
                  <a:pt x="102" y="50"/>
                </a:cubicBezTo>
                <a:cubicBezTo>
                  <a:pt x="102" y="50"/>
                  <a:pt x="102" y="50"/>
                  <a:pt x="102" y="50"/>
                </a:cubicBezTo>
                <a:cubicBezTo>
                  <a:pt x="102" y="50"/>
                  <a:pt x="102" y="50"/>
                  <a:pt x="102" y="50"/>
                </a:cubicBezTo>
                <a:cubicBezTo>
                  <a:pt x="102" y="50"/>
                  <a:pt x="102" y="50"/>
                  <a:pt x="102" y="50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23" y="130"/>
                  <a:pt x="20" y="134"/>
                  <a:pt x="19" y="139"/>
                </a:cubicBezTo>
                <a:cubicBezTo>
                  <a:pt x="2" y="201"/>
                  <a:pt x="2" y="201"/>
                  <a:pt x="2" y="201"/>
                </a:cubicBezTo>
                <a:cubicBezTo>
                  <a:pt x="2" y="201"/>
                  <a:pt x="0" y="206"/>
                  <a:pt x="0" y="209"/>
                </a:cubicBezTo>
                <a:cubicBezTo>
                  <a:pt x="0" y="223"/>
                  <a:pt x="12" y="234"/>
                  <a:pt x="26" y="234"/>
                </a:cubicBezTo>
                <a:cubicBezTo>
                  <a:pt x="29" y="234"/>
                  <a:pt x="34" y="233"/>
                  <a:pt x="34" y="233"/>
                </a:cubicBezTo>
                <a:cubicBezTo>
                  <a:pt x="96" y="216"/>
                  <a:pt x="96" y="216"/>
                  <a:pt x="96" y="216"/>
                </a:cubicBezTo>
                <a:cubicBezTo>
                  <a:pt x="101" y="215"/>
                  <a:pt x="105" y="213"/>
                  <a:pt x="109" y="209"/>
                </a:cubicBezTo>
                <a:cubicBezTo>
                  <a:pt x="220" y="97"/>
                  <a:pt x="220" y="97"/>
                  <a:pt x="220" y="97"/>
                </a:cubicBezTo>
                <a:cubicBezTo>
                  <a:pt x="241" y="76"/>
                  <a:pt x="238" y="42"/>
                  <a:pt x="215" y="19"/>
                </a:cubicBezTo>
                <a:close/>
                <a:moveTo>
                  <a:pt x="117" y="174"/>
                </a:moveTo>
                <a:cubicBezTo>
                  <a:pt x="117" y="168"/>
                  <a:pt x="115" y="161"/>
                  <a:pt x="112" y="155"/>
                </a:cubicBezTo>
                <a:cubicBezTo>
                  <a:pt x="181" y="86"/>
                  <a:pt x="181" y="86"/>
                  <a:pt x="181" y="86"/>
                </a:cubicBezTo>
                <a:cubicBezTo>
                  <a:pt x="185" y="99"/>
                  <a:pt x="183" y="113"/>
                  <a:pt x="174" y="123"/>
                </a:cubicBezTo>
                <a:cubicBezTo>
                  <a:pt x="174" y="123"/>
                  <a:pt x="174" y="123"/>
                  <a:pt x="174" y="123"/>
                </a:cubicBezTo>
                <a:cubicBezTo>
                  <a:pt x="174" y="123"/>
                  <a:pt x="174" y="123"/>
                  <a:pt x="174" y="123"/>
                </a:cubicBezTo>
                <a:cubicBezTo>
                  <a:pt x="117" y="180"/>
                  <a:pt x="117" y="180"/>
                  <a:pt x="117" y="180"/>
                </a:cubicBezTo>
                <a:cubicBezTo>
                  <a:pt x="117" y="178"/>
                  <a:pt x="118" y="176"/>
                  <a:pt x="117" y="174"/>
                </a:cubicBezTo>
                <a:close/>
                <a:moveTo>
                  <a:pt x="108" y="148"/>
                </a:moveTo>
                <a:cubicBezTo>
                  <a:pt x="106" y="144"/>
                  <a:pt x="103" y="140"/>
                  <a:pt x="99" y="136"/>
                </a:cubicBezTo>
                <a:cubicBezTo>
                  <a:pt x="94" y="131"/>
                  <a:pt x="89" y="128"/>
                  <a:pt x="84" y="125"/>
                </a:cubicBezTo>
                <a:cubicBezTo>
                  <a:pt x="154" y="55"/>
                  <a:pt x="154" y="55"/>
                  <a:pt x="154" y="55"/>
                </a:cubicBezTo>
                <a:cubicBezTo>
                  <a:pt x="159" y="58"/>
                  <a:pt x="164" y="61"/>
                  <a:pt x="169" y="66"/>
                </a:cubicBezTo>
                <a:cubicBezTo>
                  <a:pt x="173" y="70"/>
                  <a:pt x="176" y="74"/>
                  <a:pt x="178" y="79"/>
                </a:cubicBezTo>
                <a:lnTo>
                  <a:pt x="108" y="148"/>
                </a:lnTo>
                <a:close/>
                <a:moveTo>
                  <a:pt x="77" y="121"/>
                </a:moveTo>
                <a:cubicBezTo>
                  <a:pt x="70" y="119"/>
                  <a:pt x="63" y="117"/>
                  <a:pt x="56" y="117"/>
                </a:cubicBezTo>
                <a:cubicBezTo>
                  <a:pt x="112" y="60"/>
                  <a:pt x="112" y="60"/>
                  <a:pt x="112" y="60"/>
                </a:cubicBezTo>
                <a:cubicBezTo>
                  <a:pt x="121" y="52"/>
                  <a:pt x="133" y="50"/>
                  <a:pt x="146" y="53"/>
                </a:cubicBezTo>
                <a:lnTo>
                  <a:pt x="77" y="121"/>
                </a:lnTo>
                <a:close/>
                <a:moveTo>
                  <a:pt x="31" y="219"/>
                </a:moveTo>
                <a:cubicBezTo>
                  <a:pt x="30" y="219"/>
                  <a:pt x="28" y="219"/>
                  <a:pt x="26" y="220"/>
                </a:cubicBezTo>
                <a:cubicBezTo>
                  <a:pt x="20" y="219"/>
                  <a:pt x="15" y="215"/>
                  <a:pt x="15" y="209"/>
                </a:cubicBezTo>
                <a:cubicBezTo>
                  <a:pt x="15" y="207"/>
                  <a:pt x="16" y="205"/>
                  <a:pt x="16" y="204"/>
                </a:cubicBezTo>
                <a:cubicBezTo>
                  <a:pt x="23" y="177"/>
                  <a:pt x="23" y="177"/>
                  <a:pt x="23" y="177"/>
                </a:cubicBezTo>
                <a:cubicBezTo>
                  <a:pt x="32" y="176"/>
                  <a:pt x="41" y="180"/>
                  <a:pt x="48" y="187"/>
                </a:cubicBezTo>
                <a:cubicBezTo>
                  <a:pt x="55" y="194"/>
                  <a:pt x="58" y="203"/>
                  <a:pt x="58" y="211"/>
                </a:cubicBezTo>
                <a:lnTo>
                  <a:pt x="31" y="219"/>
                </a:lnTo>
                <a:close/>
                <a:moveTo>
                  <a:pt x="65" y="210"/>
                </a:moveTo>
                <a:cubicBezTo>
                  <a:pt x="65" y="200"/>
                  <a:pt x="61" y="190"/>
                  <a:pt x="53" y="182"/>
                </a:cubicBezTo>
                <a:cubicBezTo>
                  <a:pt x="45" y="174"/>
                  <a:pt x="35" y="170"/>
                  <a:pt x="26" y="169"/>
                </a:cubicBezTo>
                <a:cubicBezTo>
                  <a:pt x="33" y="143"/>
                  <a:pt x="33" y="143"/>
                  <a:pt x="33" y="143"/>
                </a:cubicBezTo>
                <a:cubicBezTo>
                  <a:pt x="33" y="141"/>
                  <a:pt x="34" y="139"/>
                  <a:pt x="36" y="138"/>
                </a:cubicBezTo>
                <a:cubicBezTo>
                  <a:pt x="50" y="127"/>
                  <a:pt x="73" y="130"/>
                  <a:pt x="88" y="146"/>
                </a:cubicBezTo>
                <a:cubicBezTo>
                  <a:pt x="105" y="163"/>
                  <a:pt x="108" y="187"/>
                  <a:pt x="95" y="201"/>
                </a:cubicBezTo>
                <a:cubicBezTo>
                  <a:pt x="94" y="202"/>
                  <a:pt x="93" y="202"/>
                  <a:pt x="92" y="202"/>
                </a:cubicBezTo>
                <a:lnTo>
                  <a:pt x="65" y="210"/>
                </a:lnTo>
                <a:close/>
                <a:moveTo>
                  <a:pt x="210" y="86"/>
                </a:moveTo>
                <a:cubicBezTo>
                  <a:pt x="198" y="99"/>
                  <a:pt x="198" y="99"/>
                  <a:pt x="198" y="99"/>
                </a:cubicBezTo>
                <a:cubicBezTo>
                  <a:pt x="198" y="97"/>
                  <a:pt x="198" y="96"/>
                  <a:pt x="198" y="94"/>
                </a:cubicBezTo>
                <a:cubicBezTo>
                  <a:pt x="196" y="80"/>
                  <a:pt x="190" y="66"/>
                  <a:pt x="179" y="55"/>
                </a:cubicBezTo>
                <a:cubicBezTo>
                  <a:pt x="167" y="44"/>
                  <a:pt x="151" y="37"/>
                  <a:pt x="136" y="37"/>
                </a:cubicBezTo>
                <a:cubicBezTo>
                  <a:pt x="148" y="24"/>
                  <a:pt x="148" y="24"/>
                  <a:pt x="148" y="24"/>
                </a:cubicBezTo>
                <a:cubicBezTo>
                  <a:pt x="154" y="18"/>
                  <a:pt x="162" y="15"/>
                  <a:pt x="172" y="15"/>
                </a:cubicBezTo>
                <a:cubicBezTo>
                  <a:pt x="183" y="15"/>
                  <a:pt x="196" y="20"/>
                  <a:pt x="205" y="30"/>
                </a:cubicBezTo>
                <a:cubicBezTo>
                  <a:pt x="214" y="38"/>
                  <a:pt x="219" y="49"/>
                  <a:pt x="219" y="60"/>
                </a:cubicBezTo>
                <a:cubicBezTo>
                  <a:pt x="220" y="70"/>
                  <a:pt x="217" y="80"/>
                  <a:pt x="210" y="8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defPPr>
              <a:defRPr lang="id-ID"/>
            </a:defPPr>
            <a:lvl1pPr marL="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d-ID"/>
          </a:p>
        </p:txBody>
      </p:sp>
      <p:sp>
        <p:nvSpPr>
          <p:cNvPr id="1809900672" name="Title 1"/>
          <p:cNvSpPr txBox="1"/>
          <p:nvPr/>
        </p:nvSpPr>
        <p:spPr bwMode="auto">
          <a:xfrm>
            <a:off x="4927842" y="1024160"/>
            <a:ext cx="5948122" cy="1292649"/>
          </a:xfrm>
          <a:prstGeom prst="rect">
            <a:avLst/>
          </a:prstGeom>
        </p:spPr>
        <p:txBody>
          <a:bodyPr vert="horz" wrap="square" lIns="91428" tIns="45714" rIns="91428" bIns="45714" rtlCol="0" anchor="ctr">
            <a:spAutoFit/>
          </a:bodyPr>
          <a:lstStyle>
            <a:lvl1pPr algn="ctr" defTabSz="914400" rtl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5400">
                <a:latin typeface="Bebas Neue"/>
                <a:ea typeface="Roboto"/>
              </a:rPr>
              <a:t>Feel free to ask us</a:t>
            </a:r>
            <a:br>
              <a:rPr lang="en-US" sz="4400">
                <a:latin typeface="Bebas Neue"/>
                <a:ea typeface="Roboto"/>
              </a:rPr>
            </a:br>
            <a:r>
              <a:rPr lang="en-US" sz="2400">
                <a:latin typeface="Bebas Neue"/>
                <a:ea typeface="Roboto"/>
              </a:rPr>
              <a:t>We will be gLAd to assist</a:t>
            </a:r>
            <a:endParaRPr/>
          </a:p>
        </p:txBody>
      </p:sp>
      <p:sp>
        <p:nvSpPr>
          <p:cNvPr id="1088533887" name="TextBox 78"/>
          <p:cNvSpPr txBox="1"/>
          <p:nvPr/>
        </p:nvSpPr>
        <p:spPr bwMode="auto">
          <a:xfrm>
            <a:off x="4825346" y="2446152"/>
            <a:ext cx="6349351" cy="953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id-ID" sz="1850" b="1">
                <a:solidFill>
                  <a:schemeClr val="bg1">
                    <a:lumMod val="65000"/>
                  </a:schemeClr>
                </a:solidFill>
              </a:rPr>
              <a:t>Sarthak 	</a:t>
            </a:r>
            <a:r>
              <a:rPr lang="en-IN" sz="1850" b="1">
                <a:solidFill>
                  <a:schemeClr val="bg1">
                    <a:lumMod val="65000"/>
                  </a:schemeClr>
                </a:solidFill>
              </a:rPr>
              <a:t>    </a:t>
            </a:r>
            <a:r>
              <a:rPr lang="id-ID" sz="1850" b="1">
                <a:solidFill>
                  <a:schemeClr val="bg1">
                    <a:lumMod val="65000"/>
                  </a:schemeClr>
                </a:solidFill>
              </a:rPr>
              <a:t>	     </a:t>
            </a:r>
            <a:r>
              <a:rPr lang="en-IN" sz="185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id-ID" sz="1850" b="1">
                <a:solidFill>
                  <a:schemeClr val="bg1">
                    <a:lumMod val="65000"/>
                  </a:schemeClr>
                </a:solidFill>
              </a:rPr>
              <a:t>Ritesh</a:t>
            </a:r>
            <a:r>
              <a:rPr lang="en-IN" sz="1850" b="1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id-ID" sz="1850" b="1">
              <a:solidFill>
                <a:schemeClr val="bg1">
                  <a:lumMod val="65000"/>
                </a:schemeClr>
              </a:solidFill>
            </a:endParaRPr>
          </a:p>
          <a:p>
            <a:pPr algn="ctr">
              <a:defRPr/>
            </a:pPr>
            <a:r>
              <a:rPr lang="id-ID" sz="1850" b="1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n-IN" sz="1850" b="1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d-ID" sz="1850" b="1">
                <a:solidFill>
                  <a:schemeClr val="bg1">
                    <a:lumMod val="65000"/>
                  </a:schemeClr>
                </a:solidFill>
              </a:rPr>
              <a:t>9826023534		 9329882834</a:t>
            </a:r>
            <a:endParaRPr/>
          </a:p>
          <a:p>
            <a:pPr algn="ctr">
              <a:defRPr/>
            </a:pPr>
            <a:r>
              <a:rPr lang="id-ID" sz="1850" b="1">
                <a:solidFill>
                  <a:srgbClr val="10314B"/>
                </a:solidFill>
                <a:ea typeface="Roboto"/>
              </a:rPr>
              <a:t>sarthak@fast-india.com</a:t>
            </a:r>
            <a:r>
              <a:rPr lang="id-ID" sz="1850" b="1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IN" sz="1850" b="1">
                <a:solidFill>
                  <a:schemeClr val="bg1">
                    <a:lumMod val="65000"/>
                  </a:schemeClr>
                </a:solidFill>
              </a:rPr>
              <a:t>                   </a:t>
            </a:r>
            <a:r>
              <a:rPr lang="id-ID" sz="1850" b="1">
                <a:solidFill>
                  <a:srgbClr val="10314B"/>
                </a:solidFill>
              </a:rPr>
              <a:t>ritesh@fast-india.com</a:t>
            </a:r>
            <a:endParaRPr/>
          </a:p>
        </p:txBody>
      </p:sp>
      <p:sp>
        <p:nvSpPr>
          <p:cNvPr id="1197859002" name="Freeform 13"/>
          <p:cNvSpPr/>
          <p:nvPr/>
        </p:nvSpPr>
        <p:spPr bwMode="auto">
          <a:xfrm>
            <a:off x="10150307" y="5372300"/>
            <a:ext cx="2040871" cy="1482288"/>
          </a:xfrm>
          <a:custGeom>
            <a:avLst/>
            <a:gdLst>
              <a:gd name="T0" fmla="*/ 1230 w 1276"/>
              <a:gd name="T1" fmla="*/ 748 h 933"/>
              <a:gd name="T2" fmla="*/ 1221 w 1276"/>
              <a:gd name="T3" fmla="*/ 748 h 933"/>
              <a:gd name="T4" fmla="*/ 1206 w 1276"/>
              <a:gd name="T5" fmla="*/ 748 h 933"/>
              <a:gd name="T6" fmla="*/ 1211 w 1276"/>
              <a:gd name="T7" fmla="*/ 216 h 933"/>
              <a:gd name="T8" fmla="*/ 1218 w 1276"/>
              <a:gd name="T9" fmla="*/ 216 h 933"/>
              <a:gd name="T10" fmla="*/ 1221 w 1276"/>
              <a:gd name="T11" fmla="*/ 214 h 933"/>
              <a:gd name="T12" fmla="*/ 1218 w 1276"/>
              <a:gd name="T13" fmla="*/ 185 h 933"/>
              <a:gd name="T14" fmla="*/ 1206 w 1276"/>
              <a:gd name="T15" fmla="*/ 182 h 933"/>
              <a:gd name="T16" fmla="*/ 1192 w 1276"/>
              <a:gd name="T17" fmla="*/ 180 h 933"/>
              <a:gd name="T18" fmla="*/ 1182 w 1276"/>
              <a:gd name="T19" fmla="*/ 0 h 933"/>
              <a:gd name="T20" fmla="*/ 1172 w 1276"/>
              <a:gd name="T21" fmla="*/ 180 h 933"/>
              <a:gd name="T22" fmla="*/ 1158 w 1276"/>
              <a:gd name="T23" fmla="*/ 180 h 933"/>
              <a:gd name="T24" fmla="*/ 1143 w 1276"/>
              <a:gd name="T25" fmla="*/ 182 h 933"/>
              <a:gd name="T26" fmla="*/ 1141 w 1276"/>
              <a:gd name="T27" fmla="*/ 212 h 933"/>
              <a:gd name="T28" fmla="*/ 1143 w 1276"/>
              <a:gd name="T29" fmla="*/ 214 h 933"/>
              <a:gd name="T30" fmla="*/ 1151 w 1276"/>
              <a:gd name="T31" fmla="*/ 214 h 933"/>
              <a:gd name="T32" fmla="*/ 1071 w 1276"/>
              <a:gd name="T33" fmla="*/ 659 h 933"/>
              <a:gd name="T34" fmla="*/ 659 w 1276"/>
              <a:gd name="T35" fmla="*/ 496 h 933"/>
              <a:gd name="T36" fmla="*/ 666 w 1276"/>
              <a:gd name="T37" fmla="*/ 491 h 933"/>
              <a:gd name="T38" fmla="*/ 611 w 1276"/>
              <a:gd name="T39" fmla="*/ 430 h 933"/>
              <a:gd name="T40" fmla="*/ 620 w 1276"/>
              <a:gd name="T41" fmla="*/ 425 h 933"/>
              <a:gd name="T42" fmla="*/ 606 w 1276"/>
              <a:gd name="T43" fmla="*/ 420 h 933"/>
              <a:gd name="T44" fmla="*/ 608 w 1276"/>
              <a:gd name="T45" fmla="*/ 406 h 933"/>
              <a:gd name="T46" fmla="*/ 606 w 1276"/>
              <a:gd name="T47" fmla="*/ 389 h 933"/>
              <a:gd name="T48" fmla="*/ 594 w 1276"/>
              <a:gd name="T49" fmla="*/ 379 h 933"/>
              <a:gd name="T50" fmla="*/ 586 w 1276"/>
              <a:gd name="T51" fmla="*/ 377 h 933"/>
              <a:gd name="T52" fmla="*/ 569 w 1276"/>
              <a:gd name="T53" fmla="*/ 377 h 933"/>
              <a:gd name="T54" fmla="*/ 562 w 1276"/>
              <a:gd name="T55" fmla="*/ 379 h 933"/>
              <a:gd name="T56" fmla="*/ 552 w 1276"/>
              <a:gd name="T57" fmla="*/ 391 h 933"/>
              <a:gd name="T58" fmla="*/ 548 w 1276"/>
              <a:gd name="T59" fmla="*/ 399 h 933"/>
              <a:gd name="T60" fmla="*/ 548 w 1276"/>
              <a:gd name="T61" fmla="*/ 413 h 933"/>
              <a:gd name="T62" fmla="*/ 552 w 1276"/>
              <a:gd name="T63" fmla="*/ 423 h 933"/>
              <a:gd name="T64" fmla="*/ 538 w 1276"/>
              <a:gd name="T65" fmla="*/ 425 h 933"/>
              <a:gd name="T66" fmla="*/ 548 w 1276"/>
              <a:gd name="T67" fmla="*/ 430 h 933"/>
              <a:gd name="T68" fmla="*/ 519 w 1276"/>
              <a:gd name="T69" fmla="*/ 491 h 933"/>
              <a:gd name="T70" fmla="*/ 412 w 1276"/>
              <a:gd name="T71" fmla="*/ 491 h 933"/>
              <a:gd name="T72" fmla="*/ 402 w 1276"/>
              <a:gd name="T73" fmla="*/ 491 h 933"/>
              <a:gd name="T74" fmla="*/ 359 w 1276"/>
              <a:gd name="T75" fmla="*/ 464 h 933"/>
              <a:gd name="T76" fmla="*/ 366 w 1276"/>
              <a:gd name="T77" fmla="*/ 459 h 933"/>
              <a:gd name="T78" fmla="*/ 204 w 1276"/>
              <a:gd name="T79" fmla="*/ 447 h 933"/>
              <a:gd name="T80" fmla="*/ 194 w 1276"/>
              <a:gd name="T81" fmla="*/ 416 h 933"/>
              <a:gd name="T82" fmla="*/ 177 w 1276"/>
              <a:gd name="T83" fmla="*/ 391 h 933"/>
              <a:gd name="T84" fmla="*/ 155 w 1276"/>
              <a:gd name="T85" fmla="*/ 369 h 933"/>
              <a:gd name="T86" fmla="*/ 141 w 1276"/>
              <a:gd name="T87" fmla="*/ 360 h 933"/>
              <a:gd name="T88" fmla="*/ 114 w 1276"/>
              <a:gd name="T89" fmla="*/ 350 h 933"/>
              <a:gd name="T90" fmla="*/ 112 w 1276"/>
              <a:gd name="T91" fmla="*/ 348 h 933"/>
              <a:gd name="T92" fmla="*/ 97 w 1276"/>
              <a:gd name="T93" fmla="*/ 345 h 933"/>
              <a:gd name="T94" fmla="*/ 92 w 1276"/>
              <a:gd name="T95" fmla="*/ 345 h 933"/>
              <a:gd name="T96" fmla="*/ 88 w 1276"/>
              <a:gd name="T97" fmla="*/ 345 h 933"/>
              <a:gd name="T98" fmla="*/ 78 w 1276"/>
              <a:gd name="T99" fmla="*/ 263 h 933"/>
              <a:gd name="T100" fmla="*/ 73 w 1276"/>
              <a:gd name="T101" fmla="*/ 345 h 933"/>
              <a:gd name="T102" fmla="*/ 68 w 1276"/>
              <a:gd name="T103" fmla="*/ 345 h 933"/>
              <a:gd name="T104" fmla="*/ 51 w 1276"/>
              <a:gd name="T105" fmla="*/ 348 h 933"/>
              <a:gd name="T106" fmla="*/ 51 w 1276"/>
              <a:gd name="T107" fmla="*/ 348 h 933"/>
              <a:gd name="T108" fmla="*/ 37 w 1276"/>
              <a:gd name="T109" fmla="*/ 355 h 933"/>
              <a:gd name="T110" fmla="*/ 22 w 1276"/>
              <a:gd name="T111" fmla="*/ 360 h 933"/>
              <a:gd name="T112" fmla="*/ 0 w 1276"/>
              <a:gd name="T113" fmla="*/ 374 h 933"/>
              <a:gd name="T114" fmla="*/ 1276 w 1276"/>
              <a:gd name="T115" fmla="*/ 933 h 933"/>
              <a:gd name="T116" fmla="*/ 1233 w 1276"/>
              <a:gd name="T117" fmla="*/ 739 h 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276" h="933" extrusionOk="0">
                <a:moveTo>
                  <a:pt x="1233" y="746"/>
                </a:moveTo>
                <a:lnTo>
                  <a:pt x="1230" y="748"/>
                </a:lnTo>
                <a:lnTo>
                  <a:pt x="1228" y="748"/>
                </a:lnTo>
                <a:lnTo>
                  <a:pt x="1221" y="748"/>
                </a:lnTo>
                <a:lnTo>
                  <a:pt x="1216" y="748"/>
                </a:lnTo>
                <a:lnTo>
                  <a:pt x="1206" y="748"/>
                </a:lnTo>
                <a:lnTo>
                  <a:pt x="1206" y="741"/>
                </a:lnTo>
                <a:lnTo>
                  <a:pt x="1211" y="216"/>
                </a:lnTo>
                <a:lnTo>
                  <a:pt x="1213" y="216"/>
                </a:lnTo>
                <a:lnTo>
                  <a:pt x="1218" y="216"/>
                </a:lnTo>
                <a:lnTo>
                  <a:pt x="1221" y="214"/>
                </a:lnTo>
                <a:lnTo>
                  <a:pt x="1221" y="214"/>
                </a:lnTo>
                <a:lnTo>
                  <a:pt x="1221" y="185"/>
                </a:lnTo>
                <a:lnTo>
                  <a:pt x="1218" y="185"/>
                </a:lnTo>
                <a:lnTo>
                  <a:pt x="1213" y="182"/>
                </a:lnTo>
                <a:lnTo>
                  <a:pt x="1206" y="182"/>
                </a:lnTo>
                <a:lnTo>
                  <a:pt x="1197" y="180"/>
                </a:lnTo>
                <a:lnTo>
                  <a:pt x="1192" y="180"/>
                </a:lnTo>
                <a:lnTo>
                  <a:pt x="1192" y="93"/>
                </a:lnTo>
                <a:lnTo>
                  <a:pt x="1182" y="0"/>
                </a:lnTo>
                <a:lnTo>
                  <a:pt x="1175" y="90"/>
                </a:lnTo>
                <a:lnTo>
                  <a:pt x="1172" y="180"/>
                </a:lnTo>
                <a:lnTo>
                  <a:pt x="1165" y="180"/>
                </a:lnTo>
                <a:lnTo>
                  <a:pt x="1158" y="180"/>
                </a:lnTo>
                <a:lnTo>
                  <a:pt x="1151" y="180"/>
                </a:lnTo>
                <a:lnTo>
                  <a:pt x="1143" y="182"/>
                </a:lnTo>
                <a:lnTo>
                  <a:pt x="1141" y="182"/>
                </a:lnTo>
                <a:lnTo>
                  <a:pt x="1141" y="212"/>
                </a:lnTo>
                <a:lnTo>
                  <a:pt x="1141" y="212"/>
                </a:lnTo>
                <a:lnTo>
                  <a:pt x="1143" y="214"/>
                </a:lnTo>
                <a:lnTo>
                  <a:pt x="1148" y="214"/>
                </a:lnTo>
                <a:lnTo>
                  <a:pt x="1151" y="214"/>
                </a:lnTo>
                <a:lnTo>
                  <a:pt x="1146" y="714"/>
                </a:lnTo>
                <a:lnTo>
                  <a:pt x="1071" y="659"/>
                </a:lnTo>
                <a:lnTo>
                  <a:pt x="661" y="651"/>
                </a:lnTo>
                <a:lnTo>
                  <a:pt x="659" y="496"/>
                </a:lnTo>
                <a:lnTo>
                  <a:pt x="666" y="496"/>
                </a:lnTo>
                <a:lnTo>
                  <a:pt x="666" y="491"/>
                </a:lnTo>
                <a:lnTo>
                  <a:pt x="611" y="491"/>
                </a:lnTo>
                <a:lnTo>
                  <a:pt x="611" y="430"/>
                </a:lnTo>
                <a:lnTo>
                  <a:pt x="620" y="428"/>
                </a:lnTo>
                <a:lnTo>
                  <a:pt x="620" y="425"/>
                </a:lnTo>
                <a:lnTo>
                  <a:pt x="603" y="423"/>
                </a:lnTo>
                <a:lnTo>
                  <a:pt x="606" y="420"/>
                </a:lnTo>
                <a:lnTo>
                  <a:pt x="608" y="413"/>
                </a:lnTo>
                <a:lnTo>
                  <a:pt x="608" y="406"/>
                </a:lnTo>
                <a:lnTo>
                  <a:pt x="608" y="399"/>
                </a:lnTo>
                <a:lnTo>
                  <a:pt x="606" y="389"/>
                </a:lnTo>
                <a:lnTo>
                  <a:pt x="601" y="384"/>
                </a:lnTo>
                <a:lnTo>
                  <a:pt x="594" y="379"/>
                </a:lnTo>
                <a:lnTo>
                  <a:pt x="586" y="377"/>
                </a:lnTo>
                <a:lnTo>
                  <a:pt x="586" y="377"/>
                </a:lnTo>
                <a:lnTo>
                  <a:pt x="577" y="374"/>
                </a:lnTo>
                <a:lnTo>
                  <a:pt x="569" y="377"/>
                </a:lnTo>
                <a:lnTo>
                  <a:pt x="569" y="377"/>
                </a:lnTo>
                <a:lnTo>
                  <a:pt x="562" y="379"/>
                </a:lnTo>
                <a:lnTo>
                  <a:pt x="557" y="384"/>
                </a:lnTo>
                <a:lnTo>
                  <a:pt x="552" y="391"/>
                </a:lnTo>
                <a:lnTo>
                  <a:pt x="548" y="399"/>
                </a:lnTo>
                <a:lnTo>
                  <a:pt x="548" y="399"/>
                </a:lnTo>
                <a:lnTo>
                  <a:pt x="548" y="406"/>
                </a:lnTo>
                <a:lnTo>
                  <a:pt x="548" y="413"/>
                </a:lnTo>
                <a:lnTo>
                  <a:pt x="552" y="420"/>
                </a:lnTo>
                <a:lnTo>
                  <a:pt x="552" y="423"/>
                </a:lnTo>
                <a:lnTo>
                  <a:pt x="552" y="423"/>
                </a:lnTo>
                <a:lnTo>
                  <a:pt x="538" y="425"/>
                </a:lnTo>
                <a:lnTo>
                  <a:pt x="538" y="430"/>
                </a:lnTo>
                <a:lnTo>
                  <a:pt x="548" y="430"/>
                </a:lnTo>
                <a:lnTo>
                  <a:pt x="550" y="491"/>
                </a:lnTo>
                <a:lnTo>
                  <a:pt x="519" y="491"/>
                </a:lnTo>
                <a:lnTo>
                  <a:pt x="509" y="491"/>
                </a:lnTo>
                <a:lnTo>
                  <a:pt x="412" y="491"/>
                </a:lnTo>
                <a:lnTo>
                  <a:pt x="412" y="491"/>
                </a:lnTo>
                <a:lnTo>
                  <a:pt x="402" y="491"/>
                </a:lnTo>
                <a:lnTo>
                  <a:pt x="359" y="491"/>
                </a:lnTo>
                <a:lnTo>
                  <a:pt x="359" y="464"/>
                </a:lnTo>
                <a:lnTo>
                  <a:pt x="366" y="464"/>
                </a:lnTo>
                <a:lnTo>
                  <a:pt x="366" y="459"/>
                </a:lnTo>
                <a:lnTo>
                  <a:pt x="206" y="459"/>
                </a:lnTo>
                <a:lnTo>
                  <a:pt x="204" y="447"/>
                </a:lnTo>
                <a:lnTo>
                  <a:pt x="201" y="430"/>
                </a:lnTo>
                <a:lnTo>
                  <a:pt x="194" y="416"/>
                </a:lnTo>
                <a:lnTo>
                  <a:pt x="187" y="403"/>
                </a:lnTo>
                <a:lnTo>
                  <a:pt x="177" y="391"/>
                </a:lnTo>
                <a:lnTo>
                  <a:pt x="167" y="379"/>
                </a:lnTo>
                <a:lnTo>
                  <a:pt x="155" y="369"/>
                </a:lnTo>
                <a:lnTo>
                  <a:pt x="141" y="362"/>
                </a:lnTo>
                <a:lnTo>
                  <a:pt x="141" y="360"/>
                </a:lnTo>
                <a:lnTo>
                  <a:pt x="126" y="355"/>
                </a:lnTo>
                <a:lnTo>
                  <a:pt x="114" y="350"/>
                </a:lnTo>
                <a:lnTo>
                  <a:pt x="114" y="348"/>
                </a:lnTo>
                <a:lnTo>
                  <a:pt x="112" y="348"/>
                </a:lnTo>
                <a:lnTo>
                  <a:pt x="112" y="348"/>
                </a:lnTo>
                <a:lnTo>
                  <a:pt x="97" y="345"/>
                </a:lnTo>
                <a:lnTo>
                  <a:pt x="95" y="345"/>
                </a:lnTo>
                <a:lnTo>
                  <a:pt x="92" y="345"/>
                </a:lnTo>
                <a:lnTo>
                  <a:pt x="90" y="345"/>
                </a:lnTo>
                <a:lnTo>
                  <a:pt x="88" y="345"/>
                </a:lnTo>
                <a:lnTo>
                  <a:pt x="90" y="263"/>
                </a:lnTo>
                <a:lnTo>
                  <a:pt x="78" y="263"/>
                </a:lnTo>
                <a:lnTo>
                  <a:pt x="75" y="345"/>
                </a:lnTo>
                <a:lnTo>
                  <a:pt x="73" y="345"/>
                </a:lnTo>
                <a:lnTo>
                  <a:pt x="71" y="345"/>
                </a:lnTo>
                <a:lnTo>
                  <a:pt x="68" y="345"/>
                </a:lnTo>
                <a:lnTo>
                  <a:pt x="54" y="348"/>
                </a:lnTo>
                <a:lnTo>
                  <a:pt x="51" y="348"/>
                </a:lnTo>
                <a:lnTo>
                  <a:pt x="51" y="348"/>
                </a:lnTo>
                <a:lnTo>
                  <a:pt x="51" y="348"/>
                </a:lnTo>
                <a:lnTo>
                  <a:pt x="51" y="350"/>
                </a:lnTo>
                <a:lnTo>
                  <a:pt x="37" y="355"/>
                </a:lnTo>
                <a:lnTo>
                  <a:pt x="22" y="360"/>
                </a:lnTo>
                <a:lnTo>
                  <a:pt x="22" y="360"/>
                </a:lnTo>
                <a:lnTo>
                  <a:pt x="8" y="369"/>
                </a:lnTo>
                <a:lnTo>
                  <a:pt x="0" y="374"/>
                </a:lnTo>
                <a:lnTo>
                  <a:pt x="0" y="933"/>
                </a:lnTo>
                <a:lnTo>
                  <a:pt x="1276" y="933"/>
                </a:lnTo>
                <a:lnTo>
                  <a:pt x="1276" y="739"/>
                </a:lnTo>
                <a:lnTo>
                  <a:pt x="1233" y="739"/>
                </a:lnTo>
                <a:lnTo>
                  <a:pt x="1233" y="74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/>
          </a:p>
        </p:txBody>
      </p:sp>
      <p:sp>
        <p:nvSpPr>
          <p:cNvPr id="1257359652" name="Freeform 14"/>
          <p:cNvSpPr>
            <a:spLocks noEditPoints="1"/>
          </p:cNvSpPr>
          <p:nvPr/>
        </p:nvSpPr>
        <p:spPr bwMode="auto">
          <a:xfrm>
            <a:off x="8115138" y="4350745"/>
            <a:ext cx="2035169" cy="2503845"/>
          </a:xfrm>
          <a:custGeom>
            <a:avLst/>
            <a:gdLst>
              <a:gd name="T0" fmla="*/ 1247 w 1281"/>
              <a:gd name="T1" fmla="*/ 1059 h 1576"/>
              <a:gd name="T2" fmla="*/ 1063 w 1281"/>
              <a:gd name="T3" fmla="*/ 1107 h 1576"/>
              <a:gd name="T4" fmla="*/ 1010 w 1281"/>
              <a:gd name="T5" fmla="*/ 634 h 1576"/>
              <a:gd name="T6" fmla="*/ 879 w 1281"/>
              <a:gd name="T7" fmla="*/ 801 h 1576"/>
              <a:gd name="T8" fmla="*/ 831 w 1281"/>
              <a:gd name="T9" fmla="*/ 306 h 1576"/>
              <a:gd name="T10" fmla="*/ 882 w 1281"/>
              <a:gd name="T11" fmla="*/ 296 h 1576"/>
              <a:gd name="T12" fmla="*/ 882 w 1281"/>
              <a:gd name="T13" fmla="*/ 264 h 1576"/>
              <a:gd name="T14" fmla="*/ 884 w 1281"/>
              <a:gd name="T15" fmla="*/ 245 h 1576"/>
              <a:gd name="T16" fmla="*/ 879 w 1281"/>
              <a:gd name="T17" fmla="*/ 89 h 1576"/>
              <a:gd name="T18" fmla="*/ 877 w 1281"/>
              <a:gd name="T19" fmla="*/ 143 h 1576"/>
              <a:gd name="T20" fmla="*/ 795 w 1281"/>
              <a:gd name="T21" fmla="*/ 111 h 1576"/>
              <a:gd name="T22" fmla="*/ 790 w 1281"/>
              <a:gd name="T23" fmla="*/ 145 h 1576"/>
              <a:gd name="T24" fmla="*/ 710 w 1281"/>
              <a:gd name="T25" fmla="*/ 114 h 1576"/>
              <a:gd name="T26" fmla="*/ 703 w 1281"/>
              <a:gd name="T27" fmla="*/ 89 h 1576"/>
              <a:gd name="T28" fmla="*/ 623 w 1281"/>
              <a:gd name="T29" fmla="*/ 153 h 1576"/>
              <a:gd name="T30" fmla="*/ 615 w 1281"/>
              <a:gd name="T31" fmla="*/ 153 h 1576"/>
              <a:gd name="T32" fmla="*/ 615 w 1281"/>
              <a:gd name="T33" fmla="*/ 89 h 1576"/>
              <a:gd name="T34" fmla="*/ 536 w 1281"/>
              <a:gd name="T35" fmla="*/ 153 h 1576"/>
              <a:gd name="T36" fmla="*/ 528 w 1281"/>
              <a:gd name="T37" fmla="*/ 153 h 1576"/>
              <a:gd name="T38" fmla="*/ 526 w 1281"/>
              <a:gd name="T39" fmla="*/ 0 h 1576"/>
              <a:gd name="T40" fmla="*/ 521 w 1281"/>
              <a:gd name="T41" fmla="*/ 145 h 1576"/>
              <a:gd name="T42" fmla="*/ 499 w 1281"/>
              <a:gd name="T43" fmla="*/ 189 h 1576"/>
              <a:gd name="T44" fmla="*/ 468 w 1281"/>
              <a:gd name="T45" fmla="*/ 191 h 1576"/>
              <a:gd name="T46" fmla="*/ 448 w 1281"/>
              <a:gd name="T47" fmla="*/ 191 h 1576"/>
              <a:gd name="T48" fmla="*/ 429 w 1281"/>
              <a:gd name="T49" fmla="*/ 194 h 1576"/>
              <a:gd name="T50" fmla="*/ 412 w 1281"/>
              <a:gd name="T51" fmla="*/ 196 h 1576"/>
              <a:gd name="T52" fmla="*/ 395 w 1281"/>
              <a:gd name="T53" fmla="*/ 199 h 1576"/>
              <a:gd name="T54" fmla="*/ 366 w 1281"/>
              <a:gd name="T55" fmla="*/ 206 h 1576"/>
              <a:gd name="T56" fmla="*/ 354 w 1281"/>
              <a:gd name="T57" fmla="*/ 208 h 1576"/>
              <a:gd name="T58" fmla="*/ 347 w 1281"/>
              <a:gd name="T59" fmla="*/ 213 h 1576"/>
              <a:gd name="T60" fmla="*/ 342 w 1281"/>
              <a:gd name="T61" fmla="*/ 216 h 1576"/>
              <a:gd name="T62" fmla="*/ 342 w 1281"/>
              <a:gd name="T63" fmla="*/ 216 h 1576"/>
              <a:gd name="T64" fmla="*/ 337 w 1281"/>
              <a:gd name="T65" fmla="*/ 221 h 1576"/>
              <a:gd name="T66" fmla="*/ 339 w 1281"/>
              <a:gd name="T67" fmla="*/ 228 h 1576"/>
              <a:gd name="T68" fmla="*/ 337 w 1281"/>
              <a:gd name="T69" fmla="*/ 223 h 1576"/>
              <a:gd name="T70" fmla="*/ 337 w 1281"/>
              <a:gd name="T71" fmla="*/ 228 h 1576"/>
              <a:gd name="T72" fmla="*/ 339 w 1281"/>
              <a:gd name="T73" fmla="*/ 230 h 1576"/>
              <a:gd name="T74" fmla="*/ 342 w 1281"/>
              <a:gd name="T75" fmla="*/ 233 h 1576"/>
              <a:gd name="T76" fmla="*/ 344 w 1281"/>
              <a:gd name="T77" fmla="*/ 238 h 1576"/>
              <a:gd name="T78" fmla="*/ 352 w 1281"/>
              <a:gd name="T79" fmla="*/ 240 h 1576"/>
              <a:gd name="T80" fmla="*/ 359 w 1281"/>
              <a:gd name="T81" fmla="*/ 242 h 1576"/>
              <a:gd name="T82" fmla="*/ 368 w 1281"/>
              <a:gd name="T83" fmla="*/ 245 h 1576"/>
              <a:gd name="T84" fmla="*/ 378 w 1281"/>
              <a:gd name="T85" fmla="*/ 247 h 1576"/>
              <a:gd name="T86" fmla="*/ 390 w 1281"/>
              <a:gd name="T87" fmla="*/ 250 h 1576"/>
              <a:gd name="T88" fmla="*/ 400 w 1281"/>
              <a:gd name="T89" fmla="*/ 252 h 1576"/>
              <a:gd name="T90" fmla="*/ 402 w 1281"/>
              <a:gd name="T91" fmla="*/ 310 h 1576"/>
              <a:gd name="T92" fmla="*/ 402 w 1281"/>
              <a:gd name="T93" fmla="*/ 371 h 1576"/>
              <a:gd name="T94" fmla="*/ 402 w 1281"/>
              <a:gd name="T95" fmla="*/ 400 h 1576"/>
              <a:gd name="T96" fmla="*/ 400 w 1281"/>
              <a:gd name="T97" fmla="*/ 1260 h 1576"/>
              <a:gd name="T98" fmla="*/ 90 w 1281"/>
              <a:gd name="T99" fmla="*/ 383 h 1576"/>
              <a:gd name="T100" fmla="*/ 10 w 1281"/>
              <a:gd name="T101" fmla="*/ 1224 h 1576"/>
              <a:gd name="T102" fmla="*/ 1281 w 1281"/>
              <a:gd name="T103" fmla="*/ 1576 h 1576"/>
              <a:gd name="T104" fmla="*/ 352 w 1281"/>
              <a:gd name="T105" fmla="*/ 228 h 1576"/>
              <a:gd name="T106" fmla="*/ 342 w 1281"/>
              <a:gd name="T107" fmla="*/ 225 h 1576"/>
              <a:gd name="T108" fmla="*/ 342 w 1281"/>
              <a:gd name="T109" fmla="*/ 228 h 1576"/>
              <a:gd name="T110" fmla="*/ 410 w 1281"/>
              <a:gd name="T111" fmla="*/ 199 h 1576"/>
              <a:gd name="T112" fmla="*/ 412 w 1281"/>
              <a:gd name="T113" fmla="*/ 206 h 1576"/>
              <a:gd name="T114" fmla="*/ 419 w 1281"/>
              <a:gd name="T115" fmla="*/ 211 h 1576"/>
              <a:gd name="T116" fmla="*/ 427 w 1281"/>
              <a:gd name="T117" fmla="*/ 196 h 1576"/>
              <a:gd name="T118" fmla="*/ 429 w 1281"/>
              <a:gd name="T119" fmla="*/ 204 h 1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281" h="1576" extrusionOk="0">
                <a:moveTo>
                  <a:pt x="1281" y="1017"/>
                </a:moveTo>
                <a:lnTo>
                  <a:pt x="1277" y="1022"/>
                </a:lnTo>
                <a:lnTo>
                  <a:pt x="1264" y="1032"/>
                </a:lnTo>
                <a:lnTo>
                  <a:pt x="1255" y="1044"/>
                </a:lnTo>
                <a:lnTo>
                  <a:pt x="1247" y="1059"/>
                </a:lnTo>
                <a:lnTo>
                  <a:pt x="1240" y="1073"/>
                </a:lnTo>
                <a:lnTo>
                  <a:pt x="1235" y="1090"/>
                </a:lnTo>
                <a:lnTo>
                  <a:pt x="1235" y="1102"/>
                </a:lnTo>
                <a:lnTo>
                  <a:pt x="1063" y="1102"/>
                </a:lnTo>
                <a:lnTo>
                  <a:pt x="1063" y="1107"/>
                </a:lnTo>
                <a:lnTo>
                  <a:pt x="1071" y="1107"/>
                </a:lnTo>
                <a:lnTo>
                  <a:pt x="1071" y="1134"/>
                </a:lnTo>
                <a:lnTo>
                  <a:pt x="1051" y="1134"/>
                </a:lnTo>
                <a:lnTo>
                  <a:pt x="1051" y="634"/>
                </a:lnTo>
                <a:lnTo>
                  <a:pt x="1010" y="634"/>
                </a:lnTo>
                <a:lnTo>
                  <a:pt x="1010" y="602"/>
                </a:lnTo>
                <a:lnTo>
                  <a:pt x="925" y="602"/>
                </a:lnTo>
                <a:lnTo>
                  <a:pt x="925" y="634"/>
                </a:lnTo>
                <a:lnTo>
                  <a:pt x="879" y="634"/>
                </a:lnTo>
                <a:lnTo>
                  <a:pt x="879" y="801"/>
                </a:lnTo>
                <a:lnTo>
                  <a:pt x="848" y="801"/>
                </a:lnTo>
                <a:lnTo>
                  <a:pt x="848" y="825"/>
                </a:lnTo>
                <a:lnTo>
                  <a:pt x="831" y="825"/>
                </a:lnTo>
                <a:lnTo>
                  <a:pt x="831" y="495"/>
                </a:lnTo>
                <a:lnTo>
                  <a:pt x="831" y="306"/>
                </a:lnTo>
                <a:lnTo>
                  <a:pt x="872" y="306"/>
                </a:lnTo>
                <a:lnTo>
                  <a:pt x="872" y="306"/>
                </a:lnTo>
                <a:lnTo>
                  <a:pt x="872" y="306"/>
                </a:lnTo>
                <a:lnTo>
                  <a:pt x="882" y="306"/>
                </a:lnTo>
                <a:lnTo>
                  <a:pt x="882" y="296"/>
                </a:lnTo>
                <a:lnTo>
                  <a:pt x="884" y="296"/>
                </a:lnTo>
                <a:lnTo>
                  <a:pt x="887" y="289"/>
                </a:lnTo>
                <a:lnTo>
                  <a:pt x="887" y="281"/>
                </a:lnTo>
                <a:lnTo>
                  <a:pt x="882" y="281"/>
                </a:lnTo>
                <a:lnTo>
                  <a:pt x="882" y="264"/>
                </a:lnTo>
                <a:lnTo>
                  <a:pt x="884" y="264"/>
                </a:lnTo>
                <a:lnTo>
                  <a:pt x="884" y="262"/>
                </a:lnTo>
                <a:lnTo>
                  <a:pt x="884" y="247"/>
                </a:lnTo>
                <a:lnTo>
                  <a:pt x="884" y="247"/>
                </a:lnTo>
                <a:lnTo>
                  <a:pt x="884" y="245"/>
                </a:lnTo>
                <a:lnTo>
                  <a:pt x="884" y="143"/>
                </a:lnTo>
                <a:lnTo>
                  <a:pt x="882" y="143"/>
                </a:lnTo>
                <a:lnTo>
                  <a:pt x="882" y="89"/>
                </a:lnTo>
                <a:lnTo>
                  <a:pt x="879" y="89"/>
                </a:lnTo>
                <a:lnTo>
                  <a:pt x="879" y="89"/>
                </a:lnTo>
                <a:lnTo>
                  <a:pt x="879" y="111"/>
                </a:lnTo>
                <a:lnTo>
                  <a:pt x="877" y="111"/>
                </a:lnTo>
                <a:lnTo>
                  <a:pt x="877" y="111"/>
                </a:lnTo>
                <a:lnTo>
                  <a:pt x="877" y="143"/>
                </a:lnTo>
                <a:lnTo>
                  <a:pt x="877" y="143"/>
                </a:lnTo>
                <a:lnTo>
                  <a:pt x="877" y="145"/>
                </a:lnTo>
                <a:lnTo>
                  <a:pt x="877" y="150"/>
                </a:lnTo>
                <a:lnTo>
                  <a:pt x="795" y="150"/>
                </a:lnTo>
                <a:lnTo>
                  <a:pt x="795" y="114"/>
                </a:lnTo>
                <a:lnTo>
                  <a:pt x="795" y="111"/>
                </a:lnTo>
                <a:lnTo>
                  <a:pt x="792" y="111"/>
                </a:lnTo>
                <a:lnTo>
                  <a:pt x="792" y="89"/>
                </a:lnTo>
                <a:lnTo>
                  <a:pt x="792" y="89"/>
                </a:lnTo>
                <a:lnTo>
                  <a:pt x="790" y="89"/>
                </a:lnTo>
                <a:lnTo>
                  <a:pt x="790" y="145"/>
                </a:lnTo>
                <a:lnTo>
                  <a:pt x="787" y="145"/>
                </a:lnTo>
                <a:lnTo>
                  <a:pt x="787" y="150"/>
                </a:lnTo>
                <a:lnTo>
                  <a:pt x="710" y="150"/>
                </a:lnTo>
                <a:lnTo>
                  <a:pt x="710" y="114"/>
                </a:lnTo>
                <a:lnTo>
                  <a:pt x="710" y="114"/>
                </a:lnTo>
                <a:lnTo>
                  <a:pt x="705" y="114"/>
                </a:lnTo>
                <a:lnTo>
                  <a:pt x="705" y="145"/>
                </a:lnTo>
                <a:lnTo>
                  <a:pt x="705" y="145"/>
                </a:lnTo>
                <a:lnTo>
                  <a:pt x="705" y="89"/>
                </a:lnTo>
                <a:lnTo>
                  <a:pt x="703" y="89"/>
                </a:lnTo>
                <a:lnTo>
                  <a:pt x="700" y="89"/>
                </a:lnTo>
                <a:lnTo>
                  <a:pt x="700" y="145"/>
                </a:lnTo>
                <a:lnTo>
                  <a:pt x="698" y="145"/>
                </a:lnTo>
                <a:lnTo>
                  <a:pt x="698" y="150"/>
                </a:lnTo>
                <a:lnTo>
                  <a:pt x="623" y="153"/>
                </a:lnTo>
                <a:lnTo>
                  <a:pt x="623" y="114"/>
                </a:lnTo>
                <a:lnTo>
                  <a:pt x="623" y="114"/>
                </a:lnTo>
                <a:lnTo>
                  <a:pt x="618" y="114"/>
                </a:lnTo>
                <a:lnTo>
                  <a:pt x="618" y="153"/>
                </a:lnTo>
                <a:lnTo>
                  <a:pt x="615" y="153"/>
                </a:lnTo>
                <a:lnTo>
                  <a:pt x="615" y="148"/>
                </a:lnTo>
                <a:lnTo>
                  <a:pt x="615" y="145"/>
                </a:lnTo>
                <a:lnTo>
                  <a:pt x="615" y="145"/>
                </a:lnTo>
                <a:lnTo>
                  <a:pt x="615" y="92"/>
                </a:lnTo>
                <a:lnTo>
                  <a:pt x="615" y="89"/>
                </a:lnTo>
                <a:lnTo>
                  <a:pt x="611" y="89"/>
                </a:lnTo>
                <a:lnTo>
                  <a:pt x="611" y="145"/>
                </a:lnTo>
                <a:lnTo>
                  <a:pt x="608" y="145"/>
                </a:lnTo>
                <a:lnTo>
                  <a:pt x="608" y="153"/>
                </a:lnTo>
                <a:lnTo>
                  <a:pt x="536" y="153"/>
                </a:lnTo>
                <a:lnTo>
                  <a:pt x="536" y="114"/>
                </a:lnTo>
                <a:lnTo>
                  <a:pt x="536" y="114"/>
                </a:lnTo>
                <a:lnTo>
                  <a:pt x="533" y="114"/>
                </a:lnTo>
                <a:lnTo>
                  <a:pt x="533" y="153"/>
                </a:lnTo>
                <a:lnTo>
                  <a:pt x="528" y="153"/>
                </a:lnTo>
                <a:lnTo>
                  <a:pt x="528" y="148"/>
                </a:lnTo>
                <a:lnTo>
                  <a:pt x="526" y="145"/>
                </a:lnTo>
                <a:lnTo>
                  <a:pt x="526" y="145"/>
                </a:lnTo>
                <a:lnTo>
                  <a:pt x="526" y="2"/>
                </a:lnTo>
                <a:lnTo>
                  <a:pt x="526" y="0"/>
                </a:lnTo>
                <a:lnTo>
                  <a:pt x="521" y="0"/>
                </a:lnTo>
                <a:lnTo>
                  <a:pt x="521" y="92"/>
                </a:lnTo>
                <a:lnTo>
                  <a:pt x="521" y="92"/>
                </a:lnTo>
                <a:lnTo>
                  <a:pt x="521" y="145"/>
                </a:lnTo>
                <a:lnTo>
                  <a:pt x="521" y="145"/>
                </a:lnTo>
                <a:lnTo>
                  <a:pt x="521" y="187"/>
                </a:lnTo>
                <a:lnTo>
                  <a:pt x="511" y="189"/>
                </a:lnTo>
                <a:lnTo>
                  <a:pt x="511" y="189"/>
                </a:lnTo>
                <a:lnTo>
                  <a:pt x="509" y="189"/>
                </a:lnTo>
                <a:lnTo>
                  <a:pt x="499" y="189"/>
                </a:lnTo>
                <a:lnTo>
                  <a:pt x="490" y="189"/>
                </a:lnTo>
                <a:lnTo>
                  <a:pt x="490" y="189"/>
                </a:lnTo>
                <a:lnTo>
                  <a:pt x="487" y="189"/>
                </a:lnTo>
                <a:lnTo>
                  <a:pt x="477" y="189"/>
                </a:lnTo>
                <a:lnTo>
                  <a:pt x="468" y="191"/>
                </a:lnTo>
                <a:lnTo>
                  <a:pt x="468" y="191"/>
                </a:lnTo>
                <a:lnTo>
                  <a:pt x="465" y="191"/>
                </a:lnTo>
                <a:lnTo>
                  <a:pt x="465" y="191"/>
                </a:lnTo>
                <a:lnTo>
                  <a:pt x="456" y="191"/>
                </a:lnTo>
                <a:lnTo>
                  <a:pt x="448" y="191"/>
                </a:lnTo>
                <a:lnTo>
                  <a:pt x="448" y="191"/>
                </a:lnTo>
                <a:lnTo>
                  <a:pt x="446" y="191"/>
                </a:lnTo>
                <a:lnTo>
                  <a:pt x="439" y="194"/>
                </a:lnTo>
                <a:lnTo>
                  <a:pt x="429" y="194"/>
                </a:lnTo>
                <a:lnTo>
                  <a:pt x="429" y="194"/>
                </a:lnTo>
                <a:lnTo>
                  <a:pt x="429" y="194"/>
                </a:lnTo>
                <a:lnTo>
                  <a:pt x="419" y="196"/>
                </a:lnTo>
                <a:lnTo>
                  <a:pt x="412" y="196"/>
                </a:lnTo>
                <a:lnTo>
                  <a:pt x="412" y="196"/>
                </a:lnTo>
                <a:lnTo>
                  <a:pt x="412" y="196"/>
                </a:lnTo>
                <a:lnTo>
                  <a:pt x="412" y="196"/>
                </a:lnTo>
                <a:lnTo>
                  <a:pt x="412" y="196"/>
                </a:lnTo>
                <a:lnTo>
                  <a:pt x="405" y="199"/>
                </a:lnTo>
                <a:lnTo>
                  <a:pt x="398" y="199"/>
                </a:lnTo>
                <a:lnTo>
                  <a:pt x="395" y="199"/>
                </a:lnTo>
                <a:lnTo>
                  <a:pt x="390" y="201"/>
                </a:lnTo>
                <a:lnTo>
                  <a:pt x="383" y="201"/>
                </a:lnTo>
                <a:lnTo>
                  <a:pt x="383" y="201"/>
                </a:lnTo>
                <a:lnTo>
                  <a:pt x="376" y="204"/>
                </a:lnTo>
                <a:lnTo>
                  <a:pt x="366" y="206"/>
                </a:lnTo>
                <a:lnTo>
                  <a:pt x="356" y="208"/>
                </a:lnTo>
                <a:lnTo>
                  <a:pt x="354" y="208"/>
                </a:lnTo>
                <a:lnTo>
                  <a:pt x="354" y="208"/>
                </a:lnTo>
                <a:lnTo>
                  <a:pt x="354" y="208"/>
                </a:lnTo>
                <a:lnTo>
                  <a:pt x="354" y="208"/>
                </a:lnTo>
                <a:lnTo>
                  <a:pt x="354" y="208"/>
                </a:lnTo>
                <a:lnTo>
                  <a:pt x="349" y="211"/>
                </a:lnTo>
                <a:lnTo>
                  <a:pt x="349" y="211"/>
                </a:lnTo>
                <a:lnTo>
                  <a:pt x="347" y="213"/>
                </a:lnTo>
                <a:lnTo>
                  <a:pt x="347" y="213"/>
                </a:lnTo>
                <a:lnTo>
                  <a:pt x="347" y="213"/>
                </a:lnTo>
                <a:lnTo>
                  <a:pt x="344" y="213"/>
                </a:lnTo>
                <a:lnTo>
                  <a:pt x="342" y="216"/>
                </a:lnTo>
                <a:lnTo>
                  <a:pt x="342" y="216"/>
                </a:lnTo>
                <a:lnTo>
                  <a:pt x="342" y="216"/>
                </a:lnTo>
                <a:lnTo>
                  <a:pt x="339" y="218"/>
                </a:lnTo>
                <a:lnTo>
                  <a:pt x="339" y="218"/>
                </a:lnTo>
                <a:lnTo>
                  <a:pt x="339" y="218"/>
                </a:lnTo>
                <a:lnTo>
                  <a:pt x="342" y="216"/>
                </a:lnTo>
                <a:lnTo>
                  <a:pt x="342" y="216"/>
                </a:lnTo>
                <a:lnTo>
                  <a:pt x="342" y="216"/>
                </a:lnTo>
                <a:lnTo>
                  <a:pt x="339" y="218"/>
                </a:lnTo>
                <a:lnTo>
                  <a:pt x="339" y="218"/>
                </a:lnTo>
                <a:lnTo>
                  <a:pt x="337" y="221"/>
                </a:lnTo>
                <a:lnTo>
                  <a:pt x="337" y="221"/>
                </a:lnTo>
                <a:lnTo>
                  <a:pt x="337" y="223"/>
                </a:lnTo>
                <a:lnTo>
                  <a:pt x="337" y="223"/>
                </a:lnTo>
                <a:lnTo>
                  <a:pt x="337" y="225"/>
                </a:lnTo>
                <a:lnTo>
                  <a:pt x="337" y="225"/>
                </a:lnTo>
                <a:lnTo>
                  <a:pt x="339" y="228"/>
                </a:lnTo>
                <a:lnTo>
                  <a:pt x="337" y="225"/>
                </a:lnTo>
                <a:lnTo>
                  <a:pt x="337" y="225"/>
                </a:lnTo>
                <a:lnTo>
                  <a:pt x="337" y="223"/>
                </a:lnTo>
                <a:lnTo>
                  <a:pt x="337" y="223"/>
                </a:lnTo>
                <a:lnTo>
                  <a:pt x="337" y="223"/>
                </a:lnTo>
                <a:lnTo>
                  <a:pt x="337" y="223"/>
                </a:lnTo>
                <a:lnTo>
                  <a:pt x="337" y="223"/>
                </a:lnTo>
                <a:lnTo>
                  <a:pt x="337" y="225"/>
                </a:lnTo>
                <a:lnTo>
                  <a:pt x="337" y="225"/>
                </a:lnTo>
                <a:lnTo>
                  <a:pt x="337" y="228"/>
                </a:lnTo>
                <a:lnTo>
                  <a:pt x="337" y="228"/>
                </a:lnTo>
                <a:lnTo>
                  <a:pt x="337" y="228"/>
                </a:lnTo>
                <a:lnTo>
                  <a:pt x="337" y="228"/>
                </a:lnTo>
                <a:lnTo>
                  <a:pt x="337" y="230"/>
                </a:lnTo>
                <a:lnTo>
                  <a:pt x="339" y="230"/>
                </a:lnTo>
                <a:lnTo>
                  <a:pt x="339" y="233"/>
                </a:lnTo>
                <a:lnTo>
                  <a:pt x="339" y="233"/>
                </a:lnTo>
                <a:lnTo>
                  <a:pt x="339" y="233"/>
                </a:lnTo>
                <a:lnTo>
                  <a:pt x="339" y="233"/>
                </a:lnTo>
                <a:lnTo>
                  <a:pt x="342" y="233"/>
                </a:lnTo>
                <a:lnTo>
                  <a:pt x="342" y="235"/>
                </a:lnTo>
                <a:lnTo>
                  <a:pt x="342" y="235"/>
                </a:lnTo>
                <a:lnTo>
                  <a:pt x="344" y="238"/>
                </a:lnTo>
                <a:lnTo>
                  <a:pt x="344" y="238"/>
                </a:lnTo>
                <a:lnTo>
                  <a:pt x="344" y="238"/>
                </a:lnTo>
                <a:lnTo>
                  <a:pt x="347" y="238"/>
                </a:lnTo>
                <a:lnTo>
                  <a:pt x="347" y="238"/>
                </a:lnTo>
                <a:lnTo>
                  <a:pt x="349" y="238"/>
                </a:lnTo>
                <a:lnTo>
                  <a:pt x="352" y="240"/>
                </a:lnTo>
                <a:lnTo>
                  <a:pt x="352" y="240"/>
                </a:lnTo>
                <a:lnTo>
                  <a:pt x="352" y="240"/>
                </a:lnTo>
                <a:lnTo>
                  <a:pt x="352" y="240"/>
                </a:lnTo>
                <a:lnTo>
                  <a:pt x="352" y="240"/>
                </a:lnTo>
                <a:lnTo>
                  <a:pt x="356" y="242"/>
                </a:lnTo>
                <a:lnTo>
                  <a:pt x="359" y="242"/>
                </a:lnTo>
                <a:lnTo>
                  <a:pt x="359" y="242"/>
                </a:lnTo>
                <a:lnTo>
                  <a:pt x="359" y="242"/>
                </a:lnTo>
                <a:lnTo>
                  <a:pt x="359" y="242"/>
                </a:lnTo>
                <a:lnTo>
                  <a:pt x="364" y="245"/>
                </a:lnTo>
                <a:lnTo>
                  <a:pt x="368" y="245"/>
                </a:lnTo>
                <a:lnTo>
                  <a:pt x="368" y="245"/>
                </a:lnTo>
                <a:lnTo>
                  <a:pt x="368" y="245"/>
                </a:lnTo>
                <a:lnTo>
                  <a:pt x="368" y="245"/>
                </a:lnTo>
                <a:lnTo>
                  <a:pt x="373" y="247"/>
                </a:lnTo>
                <a:lnTo>
                  <a:pt x="378" y="247"/>
                </a:lnTo>
                <a:lnTo>
                  <a:pt x="378" y="247"/>
                </a:lnTo>
                <a:lnTo>
                  <a:pt x="381" y="247"/>
                </a:lnTo>
                <a:lnTo>
                  <a:pt x="381" y="247"/>
                </a:lnTo>
                <a:lnTo>
                  <a:pt x="385" y="250"/>
                </a:lnTo>
                <a:lnTo>
                  <a:pt x="390" y="250"/>
                </a:lnTo>
                <a:lnTo>
                  <a:pt x="390" y="250"/>
                </a:lnTo>
                <a:lnTo>
                  <a:pt x="393" y="250"/>
                </a:lnTo>
                <a:lnTo>
                  <a:pt x="393" y="250"/>
                </a:lnTo>
                <a:lnTo>
                  <a:pt x="398" y="252"/>
                </a:lnTo>
                <a:lnTo>
                  <a:pt x="400" y="252"/>
                </a:lnTo>
                <a:lnTo>
                  <a:pt x="460" y="262"/>
                </a:lnTo>
                <a:lnTo>
                  <a:pt x="460" y="301"/>
                </a:lnTo>
                <a:lnTo>
                  <a:pt x="436" y="303"/>
                </a:lnTo>
                <a:lnTo>
                  <a:pt x="417" y="308"/>
                </a:lnTo>
                <a:lnTo>
                  <a:pt x="402" y="310"/>
                </a:lnTo>
                <a:lnTo>
                  <a:pt x="398" y="315"/>
                </a:lnTo>
                <a:lnTo>
                  <a:pt x="398" y="337"/>
                </a:lnTo>
                <a:lnTo>
                  <a:pt x="402" y="342"/>
                </a:lnTo>
                <a:lnTo>
                  <a:pt x="402" y="342"/>
                </a:lnTo>
                <a:lnTo>
                  <a:pt x="402" y="371"/>
                </a:lnTo>
                <a:lnTo>
                  <a:pt x="398" y="374"/>
                </a:lnTo>
                <a:lnTo>
                  <a:pt x="398" y="376"/>
                </a:lnTo>
                <a:lnTo>
                  <a:pt x="402" y="381"/>
                </a:lnTo>
                <a:lnTo>
                  <a:pt x="402" y="381"/>
                </a:lnTo>
                <a:lnTo>
                  <a:pt x="402" y="400"/>
                </a:lnTo>
                <a:lnTo>
                  <a:pt x="398" y="403"/>
                </a:lnTo>
                <a:lnTo>
                  <a:pt x="398" y="412"/>
                </a:lnTo>
                <a:lnTo>
                  <a:pt x="402" y="417"/>
                </a:lnTo>
                <a:lnTo>
                  <a:pt x="402" y="417"/>
                </a:lnTo>
                <a:lnTo>
                  <a:pt x="400" y="1260"/>
                </a:lnTo>
                <a:lnTo>
                  <a:pt x="378" y="1260"/>
                </a:lnTo>
                <a:lnTo>
                  <a:pt x="376" y="415"/>
                </a:lnTo>
                <a:lnTo>
                  <a:pt x="315" y="415"/>
                </a:lnTo>
                <a:lnTo>
                  <a:pt x="315" y="383"/>
                </a:lnTo>
                <a:lnTo>
                  <a:pt x="90" y="383"/>
                </a:lnTo>
                <a:lnTo>
                  <a:pt x="75" y="415"/>
                </a:lnTo>
                <a:lnTo>
                  <a:pt x="42" y="415"/>
                </a:lnTo>
                <a:lnTo>
                  <a:pt x="17" y="473"/>
                </a:lnTo>
                <a:lnTo>
                  <a:pt x="17" y="1224"/>
                </a:lnTo>
                <a:lnTo>
                  <a:pt x="10" y="1224"/>
                </a:lnTo>
                <a:lnTo>
                  <a:pt x="10" y="1221"/>
                </a:lnTo>
                <a:lnTo>
                  <a:pt x="5" y="1219"/>
                </a:lnTo>
                <a:lnTo>
                  <a:pt x="0" y="1219"/>
                </a:lnTo>
                <a:lnTo>
                  <a:pt x="0" y="1576"/>
                </a:lnTo>
                <a:lnTo>
                  <a:pt x="1281" y="1576"/>
                </a:lnTo>
                <a:lnTo>
                  <a:pt x="1281" y="1017"/>
                </a:lnTo>
                <a:close/>
                <a:moveTo>
                  <a:pt x="342" y="225"/>
                </a:moveTo>
                <a:lnTo>
                  <a:pt x="344" y="225"/>
                </a:lnTo>
                <a:lnTo>
                  <a:pt x="344" y="225"/>
                </a:lnTo>
                <a:lnTo>
                  <a:pt x="352" y="228"/>
                </a:lnTo>
                <a:lnTo>
                  <a:pt x="344" y="225"/>
                </a:lnTo>
                <a:lnTo>
                  <a:pt x="344" y="225"/>
                </a:lnTo>
                <a:lnTo>
                  <a:pt x="342" y="225"/>
                </a:lnTo>
                <a:lnTo>
                  <a:pt x="342" y="223"/>
                </a:lnTo>
                <a:lnTo>
                  <a:pt x="342" y="225"/>
                </a:lnTo>
                <a:close/>
                <a:moveTo>
                  <a:pt x="342" y="228"/>
                </a:moveTo>
                <a:lnTo>
                  <a:pt x="342" y="228"/>
                </a:lnTo>
                <a:lnTo>
                  <a:pt x="339" y="228"/>
                </a:lnTo>
                <a:lnTo>
                  <a:pt x="342" y="228"/>
                </a:lnTo>
                <a:lnTo>
                  <a:pt x="342" y="228"/>
                </a:lnTo>
                <a:lnTo>
                  <a:pt x="361" y="233"/>
                </a:lnTo>
                <a:lnTo>
                  <a:pt x="342" y="228"/>
                </a:lnTo>
                <a:close/>
                <a:moveTo>
                  <a:pt x="410" y="199"/>
                </a:moveTo>
                <a:lnTo>
                  <a:pt x="410" y="201"/>
                </a:lnTo>
                <a:lnTo>
                  <a:pt x="410" y="199"/>
                </a:lnTo>
                <a:lnTo>
                  <a:pt x="410" y="199"/>
                </a:lnTo>
                <a:lnTo>
                  <a:pt x="410" y="199"/>
                </a:lnTo>
                <a:close/>
                <a:moveTo>
                  <a:pt x="414" y="208"/>
                </a:moveTo>
                <a:lnTo>
                  <a:pt x="412" y="206"/>
                </a:lnTo>
                <a:lnTo>
                  <a:pt x="412" y="206"/>
                </a:lnTo>
                <a:lnTo>
                  <a:pt x="412" y="206"/>
                </a:lnTo>
                <a:lnTo>
                  <a:pt x="412" y="206"/>
                </a:lnTo>
                <a:lnTo>
                  <a:pt x="412" y="206"/>
                </a:lnTo>
                <a:lnTo>
                  <a:pt x="414" y="208"/>
                </a:lnTo>
                <a:lnTo>
                  <a:pt x="419" y="211"/>
                </a:lnTo>
                <a:lnTo>
                  <a:pt x="414" y="208"/>
                </a:lnTo>
                <a:close/>
                <a:moveTo>
                  <a:pt x="427" y="199"/>
                </a:moveTo>
                <a:lnTo>
                  <a:pt x="427" y="196"/>
                </a:lnTo>
                <a:lnTo>
                  <a:pt x="429" y="196"/>
                </a:lnTo>
                <a:lnTo>
                  <a:pt x="427" y="196"/>
                </a:lnTo>
                <a:lnTo>
                  <a:pt x="427" y="199"/>
                </a:lnTo>
                <a:close/>
                <a:moveTo>
                  <a:pt x="429" y="206"/>
                </a:moveTo>
                <a:lnTo>
                  <a:pt x="429" y="204"/>
                </a:lnTo>
                <a:lnTo>
                  <a:pt x="429" y="204"/>
                </a:lnTo>
                <a:lnTo>
                  <a:pt x="429" y="204"/>
                </a:lnTo>
                <a:lnTo>
                  <a:pt x="429" y="206"/>
                </a:lnTo>
                <a:lnTo>
                  <a:pt x="431" y="206"/>
                </a:lnTo>
                <a:lnTo>
                  <a:pt x="429" y="20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/>
          </a:p>
        </p:txBody>
      </p:sp>
      <p:sp>
        <p:nvSpPr>
          <p:cNvPr id="912118573" name="Freeform 15"/>
          <p:cNvSpPr/>
          <p:nvPr/>
        </p:nvSpPr>
        <p:spPr bwMode="auto">
          <a:xfrm>
            <a:off x="6084736" y="4959230"/>
            <a:ext cx="2030402" cy="1895359"/>
          </a:xfrm>
          <a:custGeom>
            <a:avLst/>
            <a:gdLst>
              <a:gd name="T0" fmla="*/ 1278 w 1278"/>
              <a:gd name="T1" fmla="*/ 836 h 1193"/>
              <a:gd name="T2" fmla="*/ 1271 w 1278"/>
              <a:gd name="T3" fmla="*/ 819 h 1193"/>
              <a:gd name="T4" fmla="*/ 1252 w 1278"/>
              <a:gd name="T5" fmla="*/ 821 h 1193"/>
              <a:gd name="T6" fmla="*/ 1242 w 1278"/>
              <a:gd name="T7" fmla="*/ 807 h 1193"/>
              <a:gd name="T8" fmla="*/ 1206 w 1278"/>
              <a:gd name="T9" fmla="*/ 700 h 1193"/>
              <a:gd name="T10" fmla="*/ 1167 w 1278"/>
              <a:gd name="T11" fmla="*/ 693 h 1193"/>
              <a:gd name="T12" fmla="*/ 1126 w 1278"/>
              <a:gd name="T13" fmla="*/ 651 h 1193"/>
              <a:gd name="T14" fmla="*/ 1075 w 1278"/>
              <a:gd name="T15" fmla="*/ 598 h 1193"/>
              <a:gd name="T16" fmla="*/ 1068 w 1278"/>
              <a:gd name="T17" fmla="*/ 586 h 1193"/>
              <a:gd name="T18" fmla="*/ 1053 w 1278"/>
              <a:gd name="T19" fmla="*/ 566 h 1193"/>
              <a:gd name="T20" fmla="*/ 1048 w 1278"/>
              <a:gd name="T21" fmla="*/ 581 h 1193"/>
              <a:gd name="T22" fmla="*/ 1034 w 1278"/>
              <a:gd name="T23" fmla="*/ 593 h 1193"/>
              <a:gd name="T24" fmla="*/ 1034 w 1278"/>
              <a:gd name="T25" fmla="*/ 625 h 1193"/>
              <a:gd name="T26" fmla="*/ 956 w 1278"/>
              <a:gd name="T27" fmla="*/ 685 h 1193"/>
              <a:gd name="T28" fmla="*/ 925 w 1278"/>
              <a:gd name="T29" fmla="*/ 695 h 1193"/>
              <a:gd name="T30" fmla="*/ 884 w 1278"/>
              <a:gd name="T31" fmla="*/ 824 h 1193"/>
              <a:gd name="T32" fmla="*/ 864 w 1278"/>
              <a:gd name="T33" fmla="*/ 807 h 1193"/>
              <a:gd name="T34" fmla="*/ 850 w 1278"/>
              <a:gd name="T35" fmla="*/ 838 h 1193"/>
              <a:gd name="T36" fmla="*/ 833 w 1278"/>
              <a:gd name="T37" fmla="*/ 819 h 1193"/>
              <a:gd name="T38" fmla="*/ 814 w 1278"/>
              <a:gd name="T39" fmla="*/ 841 h 1193"/>
              <a:gd name="T40" fmla="*/ 751 w 1278"/>
              <a:gd name="T41" fmla="*/ 32 h 1193"/>
              <a:gd name="T42" fmla="*/ 445 w 1278"/>
              <a:gd name="T43" fmla="*/ 855 h 1193"/>
              <a:gd name="T44" fmla="*/ 431 w 1278"/>
              <a:gd name="T45" fmla="*/ 739 h 1193"/>
              <a:gd name="T46" fmla="*/ 404 w 1278"/>
              <a:gd name="T47" fmla="*/ 756 h 1193"/>
              <a:gd name="T48" fmla="*/ 378 w 1278"/>
              <a:gd name="T49" fmla="*/ 561 h 1193"/>
              <a:gd name="T50" fmla="*/ 375 w 1278"/>
              <a:gd name="T51" fmla="*/ 547 h 1193"/>
              <a:gd name="T52" fmla="*/ 368 w 1278"/>
              <a:gd name="T53" fmla="*/ 569 h 1193"/>
              <a:gd name="T54" fmla="*/ 351 w 1278"/>
              <a:gd name="T55" fmla="*/ 479 h 1193"/>
              <a:gd name="T56" fmla="*/ 341 w 1278"/>
              <a:gd name="T57" fmla="*/ 348 h 1193"/>
              <a:gd name="T58" fmla="*/ 324 w 1278"/>
              <a:gd name="T59" fmla="*/ 372 h 1193"/>
              <a:gd name="T60" fmla="*/ 312 w 1278"/>
              <a:gd name="T61" fmla="*/ 479 h 1193"/>
              <a:gd name="T62" fmla="*/ 295 w 1278"/>
              <a:gd name="T63" fmla="*/ 561 h 1193"/>
              <a:gd name="T64" fmla="*/ 290 w 1278"/>
              <a:gd name="T65" fmla="*/ 547 h 1193"/>
              <a:gd name="T66" fmla="*/ 288 w 1278"/>
              <a:gd name="T67" fmla="*/ 569 h 1193"/>
              <a:gd name="T68" fmla="*/ 269 w 1278"/>
              <a:gd name="T69" fmla="*/ 693 h 1193"/>
              <a:gd name="T70" fmla="*/ 269 w 1278"/>
              <a:gd name="T71" fmla="*/ 695 h 1193"/>
              <a:gd name="T72" fmla="*/ 261 w 1278"/>
              <a:gd name="T73" fmla="*/ 758 h 1193"/>
              <a:gd name="T74" fmla="*/ 244 w 1278"/>
              <a:gd name="T75" fmla="*/ 712 h 1193"/>
              <a:gd name="T76" fmla="*/ 232 w 1278"/>
              <a:gd name="T77" fmla="*/ 574 h 1193"/>
              <a:gd name="T78" fmla="*/ 208 w 1278"/>
              <a:gd name="T79" fmla="*/ 710 h 1193"/>
              <a:gd name="T80" fmla="*/ 194 w 1278"/>
              <a:gd name="T81" fmla="*/ 748 h 1193"/>
              <a:gd name="T82" fmla="*/ 174 w 1278"/>
              <a:gd name="T83" fmla="*/ 688 h 1193"/>
              <a:gd name="T84" fmla="*/ 172 w 1278"/>
              <a:gd name="T85" fmla="*/ 685 h 1193"/>
              <a:gd name="T86" fmla="*/ 169 w 1278"/>
              <a:gd name="T87" fmla="*/ 615 h 1193"/>
              <a:gd name="T88" fmla="*/ 167 w 1278"/>
              <a:gd name="T89" fmla="*/ 610 h 1193"/>
              <a:gd name="T90" fmla="*/ 157 w 1278"/>
              <a:gd name="T91" fmla="*/ 557 h 1193"/>
              <a:gd name="T92" fmla="*/ 148 w 1278"/>
              <a:gd name="T93" fmla="*/ 547 h 1193"/>
              <a:gd name="T94" fmla="*/ 123 w 1278"/>
              <a:gd name="T95" fmla="*/ 479 h 1193"/>
              <a:gd name="T96" fmla="*/ 123 w 1278"/>
              <a:gd name="T97" fmla="*/ 464 h 1193"/>
              <a:gd name="T98" fmla="*/ 121 w 1278"/>
              <a:gd name="T99" fmla="*/ 304 h 1193"/>
              <a:gd name="T100" fmla="*/ 97 w 1278"/>
              <a:gd name="T101" fmla="*/ 464 h 1193"/>
              <a:gd name="T102" fmla="*/ 94 w 1278"/>
              <a:gd name="T103" fmla="*/ 476 h 1193"/>
              <a:gd name="T104" fmla="*/ 70 w 1278"/>
              <a:gd name="T105" fmla="*/ 554 h 1193"/>
              <a:gd name="T106" fmla="*/ 60 w 1278"/>
              <a:gd name="T107" fmla="*/ 549 h 1193"/>
              <a:gd name="T108" fmla="*/ 48 w 1278"/>
              <a:gd name="T109" fmla="*/ 610 h 1193"/>
              <a:gd name="T110" fmla="*/ 41 w 1278"/>
              <a:gd name="T111" fmla="*/ 746 h 1193"/>
              <a:gd name="T112" fmla="*/ 17 w 1278"/>
              <a:gd name="T113" fmla="*/ 739 h 1193"/>
              <a:gd name="T114" fmla="*/ 7 w 1278"/>
              <a:gd name="T115" fmla="*/ 848 h 1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278" h="1193" extrusionOk="0">
                <a:moveTo>
                  <a:pt x="12" y="306"/>
                </a:moveTo>
                <a:lnTo>
                  <a:pt x="0" y="304"/>
                </a:lnTo>
                <a:lnTo>
                  <a:pt x="0" y="1193"/>
                </a:lnTo>
                <a:lnTo>
                  <a:pt x="1278" y="1193"/>
                </a:lnTo>
                <a:lnTo>
                  <a:pt x="1278" y="836"/>
                </a:lnTo>
                <a:lnTo>
                  <a:pt x="1274" y="836"/>
                </a:lnTo>
                <a:lnTo>
                  <a:pt x="1274" y="819"/>
                </a:lnTo>
                <a:lnTo>
                  <a:pt x="1271" y="819"/>
                </a:lnTo>
                <a:lnTo>
                  <a:pt x="1271" y="819"/>
                </a:lnTo>
                <a:lnTo>
                  <a:pt x="1271" y="819"/>
                </a:lnTo>
                <a:lnTo>
                  <a:pt x="1269" y="819"/>
                </a:lnTo>
                <a:lnTo>
                  <a:pt x="1269" y="836"/>
                </a:lnTo>
                <a:lnTo>
                  <a:pt x="1257" y="836"/>
                </a:lnTo>
                <a:lnTo>
                  <a:pt x="1257" y="824"/>
                </a:lnTo>
                <a:lnTo>
                  <a:pt x="1252" y="821"/>
                </a:lnTo>
                <a:lnTo>
                  <a:pt x="1245" y="821"/>
                </a:lnTo>
                <a:lnTo>
                  <a:pt x="1245" y="807"/>
                </a:lnTo>
                <a:lnTo>
                  <a:pt x="1242" y="807"/>
                </a:lnTo>
                <a:lnTo>
                  <a:pt x="1242" y="807"/>
                </a:lnTo>
                <a:lnTo>
                  <a:pt x="1242" y="807"/>
                </a:lnTo>
                <a:lnTo>
                  <a:pt x="1240" y="807"/>
                </a:lnTo>
                <a:lnTo>
                  <a:pt x="1240" y="821"/>
                </a:lnTo>
                <a:lnTo>
                  <a:pt x="1220" y="821"/>
                </a:lnTo>
                <a:lnTo>
                  <a:pt x="1223" y="702"/>
                </a:lnTo>
                <a:lnTo>
                  <a:pt x="1206" y="700"/>
                </a:lnTo>
                <a:lnTo>
                  <a:pt x="1182" y="700"/>
                </a:lnTo>
                <a:lnTo>
                  <a:pt x="1174" y="695"/>
                </a:lnTo>
                <a:lnTo>
                  <a:pt x="1174" y="695"/>
                </a:lnTo>
                <a:lnTo>
                  <a:pt x="1172" y="695"/>
                </a:lnTo>
                <a:lnTo>
                  <a:pt x="1167" y="693"/>
                </a:lnTo>
                <a:lnTo>
                  <a:pt x="1167" y="688"/>
                </a:lnTo>
                <a:lnTo>
                  <a:pt x="1155" y="685"/>
                </a:lnTo>
                <a:lnTo>
                  <a:pt x="1150" y="685"/>
                </a:lnTo>
                <a:lnTo>
                  <a:pt x="1140" y="668"/>
                </a:lnTo>
                <a:lnTo>
                  <a:pt x="1126" y="651"/>
                </a:lnTo>
                <a:lnTo>
                  <a:pt x="1111" y="639"/>
                </a:lnTo>
                <a:lnTo>
                  <a:pt x="1092" y="629"/>
                </a:lnTo>
                <a:lnTo>
                  <a:pt x="1073" y="625"/>
                </a:lnTo>
                <a:lnTo>
                  <a:pt x="1073" y="598"/>
                </a:lnTo>
                <a:lnTo>
                  <a:pt x="1075" y="598"/>
                </a:lnTo>
                <a:lnTo>
                  <a:pt x="1075" y="595"/>
                </a:lnTo>
                <a:lnTo>
                  <a:pt x="1075" y="593"/>
                </a:lnTo>
                <a:lnTo>
                  <a:pt x="1073" y="593"/>
                </a:lnTo>
                <a:lnTo>
                  <a:pt x="1070" y="588"/>
                </a:lnTo>
                <a:lnTo>
                  <a:pt x="1068" y="586"/>
                </a:lnTo>
                <a:lnTo>
                  <a:pt x="1063" y="583"/>
                </a:lnTo>
                <a:lnTo>
                  <a:pt x="1061" y="581"/>
                </a:lnTo>
                <a:lnTo>
                  <a:pt x="1056" y="581"/>
                </a:lnTo>
                <a:lnTo>
                  <a:pt x="1056" y="566"/>
                </a:lnTo>
                <a:lnTo>
                  <a:pt x="1053" y="566"/>
                </a:lnTo>
                <a:lnTo>
                  <a:pt x="1053" y="564"/>
                </a:lnTo>
                <a:lnTo>
                  <a:pt x="1053" y="566"/>
                </a:lnTo>
                <a:lnTo>
                  <a:pt x="1048" y="566"/>
                </a:lnTo>
                <a:lnTo>
                  <a:pt x="1048" y="581"/>
                </a:lnTo>
                <a:lnTo>
                  <a:pt x="1048" y="581"/>
                </a:lnTo>
                <a:lnTo>
                  <a:pt x="1046" y="581"/>
                </a:lnTo>
                <a:lnTo>
                  <a:pt x="1041" y="583"/>
                </a:lnTo>
                <a:lnTo>
                  <a:pt x="1039" y="586"/>
                </a:lnTo>
                <a:lnTo>
                  <a:pt x="1036" y="588"/>
                </a:lnTo>
                <a:lnTo>
                  <a:pt x="1034" y="593"/>
                </a:lnTo>
                <a:lnTo>
                  <a:pt x="1031" y="593"/>
                </a:lnTo>
                <a:lnTo>
                  <a:pt x="1031" y="595"/>
                </a:lnTo>
                <a:lnTo>
                  <a:pt x="1031" y="598"/>
                </a:lnTo>
                <a:lnTo>
                  <a:pt x="1034" y="598"/>
                </a:lnTo>
                <a:lnTo>
                  <a:pt x="1034" y="625"/>
                </a:lnTo>
                <a:lnTo>
                  <a:pt x="1014" y="629"/>
                </a:lnTo>
                <a:lnTo>
                  <a:pt x="995" y="639"/>
                </a:lnTo>
                <a:lnTo>
                  <a:pt x="978" y="651"/>
                </a:lnTo>
                <a:lnTo>
                  <a:pt x="964" y="668"/>
                </a:lnTo>
                <a:lnTo>
                  <a:pt x="956" y="685"/>
                </a:lnTo>
                <a:lnTo>
                  <a:pt x="949" y="685"/>
                </a:lnTo>
                <a:lnTo>
                  <a:pt x="937" y="688"/>
                </a:lnTo>
                <a:lnTo>
                  <a:pt x="937" y="693"/>
                </a:lnTo>
                <a:lnTo>
                  <a:pt x="935" y="695"/>
                </a:lnTo>
                <a:lnTo>
                  <a:pt x="925" y="695"/>
                </a:lnTo>
                <a:lnTo>
                  <a:pt x="925" y="697"/>
                </a:lnTo>
                <a:lnTo>
                  <a:pt x="922" y="700"/>
                </a:lnTo>
                <a:lnTo>
                  <a:pt x="896" y="700"/>
                </a:lnTo>
                <a:lnTo>
                  <a:pt x="881" y="702"/>
                </a:lnTo>
                <a:lnTo>
                  <a:pt x="884" y="824"/>
                </a:lnTo>
                <a:lnTo>
                  <a:pt x="867" y="824"/>
                </a:lnTo>
                <a:lnTo>
                  <a:pt x="867" y="807"/>
                </a:lnTo>
                <a:lnTo>
                  <a:pt x="864" y="807"/>
                </a:lnTo>
                <a:lnTo>
                  <a:pt x="864" y="807"/>
                </a:lnTo>
                <a:lnTo>
                  <a:pt x="864" y="807"/>
                </a:lnTo>
                <a:lnTo>
                  <a:pt x="862" y="807"/>
                </a:lnTo>
                <a:lnTo>
                  <a:pt x="862" y="824"/>
                </a:lnTo>
                <a:lnTo>
                  <a:pt x="855" y="824"/>
                </a:lnTo>
                <a:lnTo>
                  <a:pt x="850" y="826"/>
                </a:lnTo>
                <a:lnTo>
                  <a:pt x="850" y="838"/>
                </a:lnTo>
                <a:lnTo>
                  <a:pt x="850" y="838"/>
                </a:lnTo>
                <a:lnTo>
                  <a:pt x="835" y="838"/>
                </a:lnTo>
                <a:lnTo>
                  <a:pt x="833" y="819"/>
                </a:lnTo>
                <a:lnTo>
                  <a:pt x="833" y="819"/>
                </a:lnTo>
                <a:lnTo>
                  <a:pt x="833" y="819"/>
                </a:lnTo>
                <a:lnTo>
                  <a:pt x="830" y="819"/>
                </a:lnTo>
                <a:lnTo>
                  <a:pt x="828" y="819"/>
                </a:lnTo>
                <a:lnTo>
                  <a:pt x="828" y="838"/>
                </a:lnTo>
                <a:lnTo>
                  <a:pt x="818" y="838"/>
                </a:lnTo>
                <a:lnTo>
                  <a:pt x="814" y="841"/>
                </a:lnTo>
                <a:lnTo>
                  <a:pt x="814" y="841"/>
                </a:lnTo>
                <a:lnTo>
                  <a:pt x="809" y="841"/>
                </a:lnTo>
                <a:lnTo>
                  <a:pt x="811" y="90"/>
                </a:lnTo>
                <a:lnTo>
                  <a:pt x="782" y="32"/>
                </a:lnTo>
                <a:lnTo>
                  <a:pt x="751" y="32"/>
                </a:lnTo>
                <a:lnTo>
                  <a:pt x="734" y="0"/>
                </a:lnTo>
                <a:lnTo>
                  <a:pt x="508" y="0"/>
                </a:lnTo>
                <a:lnTo>
                  <a:pt x="508" y="32"/>
                </a:lnTo>
                <a:lnTo>
                  <a:pt x="448" y="32"/>
                </a:lnTo>
                <a:lnTo>
                  <a:pt x="445" y="855"/>
                </a:lnTo>
                <a:lnTo>
                  <a:pt x="438" y="848"/>
                </a:lnTo>
                <a:lnTo>
                  <a:pt x="438" y="836"/>
                </a:lnTo>
                <a:lnTo>
                  <a:pt x="436" y="746"/>
                </a:lnTo>
                <a:lnTo>
                  <a:pt x="436" y="739"/>
                </a:lnTo>
                <a:lnTo>
                  <a:pt x="431" y="739"/>
                </a:lnTo>
                <a:lnTo>
                  <a:pt x="429" y="739"/>
                </a:lnTo>
                <a:lnTo>
                  <a:pt x="429" y="746"/>
                </a:lnTo>
                <a:lnTo>
                  <a:pt x="429" y="758"/>
                </a:lnTo>
                <a:lnTo>
                  <a:pt x="404" y="758"/>
                </a:lnTo>
                <a:lnTo>
                  <a:pt x="404" y="756"/>
                </a:lnTo>
                <a:lnTo>
                  <a:pt x="399" y="746"/>
                </a:lnTo>
                <a:lnTo>
                  <a:pt x="399" y="693"/>
                </a:lnTo>
                <a:lnTo>
                  <a:pt x="392" y="676"/>
                </a:lnTo>
                <a:lnTo>
                  <a:pt x="392" y="622"/>
                </a:lnTo>
                <a:lnTo>
                  <a:pt x="378" y="561"/>
                </a:lnTo>
                <a:lnTo>
                  <a:pt x="380" y="561"/>
                </a:lnTo>
                <a:lnTo>
                  <a:pt x="380" y="547"/>
                </a:lnTo>
                <a:lnTo>
                  <a:pt x="375" y="547"/>
                </a:lnTo>
                <a:lnTo>
                  <a:pt x="375" y="547"/>
                </a:lnTo>
                <a:lnTo>
                  <a:pt x="375" y="547"/>
                </a:lnTo>
                <a:lnTo>
                  <a:pt x="368" y="547"/>
                </a:lnTo>
                <a:lnTo>
                  <a:pt x="368" y="554"/>
                </a:lnTo>
                <a:lnTo>
                  <a:pt x="366" y="554"/>
                </a:lnTo>
                <a:lnTo>
                  <a:pt x="366" y="569"/>
                </a:lnTo>
                <a:lnTo>
                  <a:pt x="368" y="569"/>
                </a:lnTo>
                <a:lnTo>
                  <a:pt x="358" y="610"/>
                </a:lnTo>
                <a:lnTo>
                  <a:pt x="346" y="481"/>
                </a:lnTo>
                <a:lnTo>
                  <a:pt x="351" y="481"/>
                </a:lnTo>
                <a:lnTo>
                  <a:pt x="351" y="479"/>
                </a:lnTo>
                <a:lnTo>
                  <a:pt x="351" y="479"/>
                </a:lnTo>
                <a:lnTo>
                  <a:pt x="351" y="469"/>
                </a:lnTo>
                <a:lnTo>
                  <a:pt x="344" y="469"/>
                </a:lnTo>
                <a:lnTo>
                  <a:pt x="337" y="372"/>
                </a:lnTo>
                <a:lnTo>
                  <a:pt x="341" y="372"/>
                </a:lnTo>
                <a:lnTo>
                  <a:pt x="341" y="348"/>
                </a:lnTo>
                <a:lnTo>
                  <a:pt x="341" y="309"/>
                </a:lnTo>
                <a:lnTo>
                  <a:pt x="320" y="309"/>
                </a:lnTo>
                <a:lnTo>
                  <a:pt x="320" y="348"/>
                </a:lnTo>
                <a:lnTo>
                  <a:pt x="320" y="372"/>
                </a:lnTo>
                <a:lnTo>
                  <a:pt x="324" y="372"/>
                </a:lnTo>
                <a:lnTo>
                  <a:pt x="324" y="374"/>
                </a:lnTo>
                <a:lnTo>
                  <a:pt x="317" y="469"/>
                </a:lnTo>
                <a:lnTo>
                  <a:pt x="312" y="469"/>
                </a:lnTo>
                <a:lnTo>
                  <a:pt x="312" y="472"/>
                </a:lnTo>
                <a:lnTo>
                  <a:pt x="312" y="479"/>
                </a:lnTo>
                <a:lnTo>
                  <a:pt x="312" y="481"/>
                </a:lnTo>
                <a:lnTo>
                  <a:pt x="317" y="481"/>
                </a:lnTo>
                <a:lnTo>
                  <a:pt x="305" y="610"/>
                </a:lnTo>
                <a:lnTo>
                  <a:pt x="295" y="566"/>
                </a:lnTo>
                <a:lnTo>
                  <a:pt x="295" y="561"/>
                </a:lnTo>
                <a:lnTo>
                  <a:pt x="298" y="561"/>
                </a:lnTo>
                <a:lnTo>
                  <a:pt x="298" y="547"/>
                </a:lnTo>
                <a:lnTo>
                  <a:pt x="290" y="547"/>
                </a:lnTo>
                <a:lnTo>
                  <a:pt x="290" y="547"/>
                </a:lnTo>
                <a:lnTo>
                  <a:pt x="290" y="547"/>
                </a:lnTo>
                <a:lnTo>
                  <a:pt x="286" y="547"/>
                </a:lnTo>
                <a:lnTo>
                  <a:pt x="286" y="554"/>
                </a:lnTo>
                <a:lnTo>
                  <a:pt x="286" y="554"/>
                </a:lnTo>
                <a:lnTo>
                  <a:pt x="286" y="569"/>
                </a:lnTo>
                <a:lnTo>
                  <a:pt x="288" y="569"/>
                </a:lnTo>
                <a:lnTo>
                  <a:pt x="276" y="622"/>
                </a:lnTo>
                <a:lnTo>
                  <a:pt x="276" y="622"/>
                </a:lnTo>
                <a:lnTo>
                  <a:pt x="274" y="627"/>
                </a:lnTo>
                <a:lnTo>
                  <a:pt x="274" y="676"/>
                </a:lnTo>
                <a:lnTo>
                  <a:pt x="269" y="693"/>
                </a:lnTo>
                <a:lnTo>
                  <a:pt x="269" y="693"/>
                </a:lnTo>
                <a:lnTo>
                  <a:pt x="269" y="693"/>
                </a:lnTo>
                <a:lnTo>
                  <a:pt x="269" y="695"/>
                </a:lnTo>
                <a:lnTo>
                  <a:pt x="269" y="695"/>
                </a:lnTo>
                <a:lnTo>
                  <a:pt x="269" y="695"/>
                </a:lnTo>
                <a:lnTo>
                  <a:pt x="269" y="695"/>
                </a:lnTo>
                <a:lnTo>
                  <a:pt x="269" y="746"/>
                </a:lnTo>
                <a:lnTo>
                  <a:pt x="261" y="756"/>
                </a:lnTo>
                <a:lnTo>
                  <a:pt x="261" y="756"/>
                </a:lnTo>
                <a:lnTo>
                  <a:pt x="261" y="758"/>
                </a:lnTo>
                <a:lnTo>
                  <a:pt x="261" y="758"/>
                </a:lnTo>
                <a:lnTo>
                  <a:pt x="252" y="758"/>
                </a:lnTo>
                <a:lnTo>
                  <a:pt x="252" y="748"/>
                </a:lnTo>
                <a:lnTo>
                  <a:pt x="244" y="748"/>
                </a:lnTo>
                <a:lnTo>
                  <a:pt x="244" y="712"/>
                </a:lnTo>
                <a:lnTo>
                  <a:pt x="244" y="710"/>
                </a:lnTo>
                <a:lnTo>
                  <a:pt x="240" y="710"/>
                </a:lnTo>
                <a:lnTo>
                  <a:pt x="225" y="574"/>
                </a:lnTo>
                <a:lnTo>
                  <a:pt x="225" y="574"/>
                </a:lnTo>
                <a:lnTo>
                  <a:pt x="232" y="574"/>
                </a:lnTo>
                <a:lnTo>
                  <a:pt x="232" y="537"/>
                </a:lnTo>
                <a:lnTo>
                  <a:pt x="215" y="537"/>
                </a:lnTo>
                <a:lnTo>
                  <a:pt x="215" y="574"/>
                </a:lnTo>
                <a:lnTo>
                  <a:pt x="220" y="574"/>
                </a:lnTo>
                <a:lnTo>
                  <a:pt x="208" y="710"/>
                </a:lnTo>
                <a:lnTo>
                  <a:pt x="208" y="710"/>
                </a:lnTo>
                <a:lnTo>
                  <a:pt x="208" y="710"/>
                </a:lnTo>
                <a:lnTo>
                  <a:pt x="201" y="710"/>
                </a:lnTo>
                <a:lnTo>
                  <a:pt x="201" y="748"/>
                </a:lnTo>
                <a:lnTo>
                  <a:pt x="194" y="748"/>
                </a:lnTo>
                <a:lnTo>
                  <a:pt x="194" y="758"/>
                </a:lnTo>
                <a:lnTo>
                  <a:pt x="179" y="758"/>
                </a:lnTo>
                <a:lnTo>
                  <a:pt x="179" y="758"/>
                </a:lnTo>
                <a:lnTo>
                  <a:pt x="174" y="746"/>
                </a:lnTo>
                <a:lnTo>
                  <a:pt x="174" y="688"/>
                </a:lnTo>
                <a:lnTo>
                  <a:pt x="174" y="688"/>
                </a:lnTo>
                <a:lnTo>
                  <a:pt x="174" y="688"/>
                </a:lnTo>
                <a:lnTo>
                  <a:pt x="172" y="688"/>
                </a:lnTo>
                <a:lnTo>
                  <a:pt x="172" y="685"/>
                </a:lnTo>
                <a:lnTo>
                  <a:pt x="172" y="685"/>
                </a:lnTo>
                <a:lnTo>
                  <a:pt x="172" y="685"/>
                </a:lnTo>
                <a:lnTo>
                  <a:pt x="169" y="683"/>
                </a:lnTo>
                <a:lnTo>
                  <a:pt x="169" y="617"/>
                </a:lnTo>
                <a:lnTo>
                  <a:pt x="169" y="617"/>
                </a:lnTo>
                <a:lnTo>
                  <a:pt x="169" y="615"/>
                </a:lnTo>
                <a:lnTo>
                  <a:pt x="167" y="615"/>
                </a:lnTo>
                <a:lnTo>
                  <a:pt x="167" y="615"/>
                </a:lnTo>
                <a:lnTo>
                  <a:pt x="167" y="610"/>
                </a:lnTo>
                <a:lnTo>
                  <a:pt x="167" y="610"/>
                </a:lnTo>
                <a:lnTo>
                  <a:pt x="167" y="610"/>
                </a:lnTo>
                <a:lnTo>
                  <a:pt x="165" y="610"/>
                </a:lnTo>
                <a:lnTo>
                  <a:pt x="165" y="610"/>
                </a:lnTo>
                <a:lnTo>
                  <a:pt x="155" y="569"/>
                </a:lnTo>
                <a:lnTo>
                  <a:pt x="157" y="569"/>
                </a:lnTo>
                <a:lnTo>
                  <a:pt x="157" y="557"/>
                </a:lnTo>
                <a:lnTo>
                  <a:pt x="155" y="557"/>
                </a:lnTo>
                <a:lnTo>
                  <a:pt x="155" y="547"/>
                </a:lnTo>
                <a:lnTo>
                  <a:pt x="148" y="547"/>
                </a:lnTo>
                <a:lnTo>
                  <a:pt x="148" y="547"/>
                </a:lnTo>
                <a:lnTo>
                  <a:pt x="148" y="547"/>
                </a:lnTo>
                <a:lnTo>
                  <a:pt x="143" y="547"/>
                </a:lnTo>
                <a:lnTo>
                  <a:pt x="143" y="561"/>
                </a:lnTo>
                <a:lnTo>
                  <a:pt x="145" y="561"/>
                </a:lnTo>
                <a:lnTo>
                  <a:pt x="136" y="603"/>
                </a:lnTo>
                <a:lnTo>
                  <a:pt x="123" y="479"/>
                </a:lnTo>
                <a:lnTo>
                  <a:pt x="131" y="476"/>
                </a:lnTo>
                <a:lnTo>
                  <a:pt x="131" y="476"/>
                </a:lnTo>
                <a:lnTo>
                  <a:pt x="131" y="467"/>
                </a:lnTo>
                <a:lnTo>
                  <a:pt x="128" y="464"/>
                </a:lnTo>
                <a:lnTo>
                  <a:pt x="123" y="464"/>
                </a:lnTo>
                <a:lnTo>
                  <a:pt x="116" y="370"/>
                </a:lnTo>
                <a:lnTo>
                  <a:pt x="116" y="370"/>
                </a:lnTo>
                <a:lnTo>
                  <a:pt x="121" y="370"/>
                </a:lnTo>
                <a:lnTo>
                  <a:pt x="121" y="343"/>
                </a:lnTo>
                <a:lnTo>
                  <a:pt x="121" y="304"/>
                </a:lnTo>
                <a:lnTo>
                  <a:pt x="99" y="304"/>
                </a:lnTo>
                <a:lnTo>
                  <a:pt x="99" y="343"/>
                </a:lnTo>
                <a:lnTo>
                  <a:pt x="99" y="370"/>
                </a:lnTo>
                <a:lnTo>
                  <a:pt x="104" y="370"/>
                </a:lnTo>
                <a:lnTo>
                  <a:pt x="97" y="464"/>
                </a:lnTo>
                <a:lnTo>
                  <a:pt x="90" y="464"/>
                </a:lnTo>
                <a:lnTo>
                  <a:pt x="90" y="474"/>
                </a:lnTo>
                <a:lnTo>
                  <a:pt x="90" y="474"/>
                </a:lnTo>
                <a:lnTo>
                  <a:pt x="90" y="476"/>
                </a:lnTo>
                <a:lnTo>
                  <a:pt x="94" y="476"/>
                </a:lnTo>
                <a:lnTo>
                  <a:pt x="82" y="603"/>
                </a:lnTo>
                <a:lnTo>
                  <a:pt x="75" y="569"/>
                </a:lnTo>
                <a:lnTo>
                  <a:pt x="75" y="569"/>
                </a:lnTo>
                <a:lnTo>
                  <a:pt x="75" y="554"/>
                </a:lnTo>
                <a:lnTo>
                  <a:pt x="70" y="554"/>
                </a:lnTo>
                <a:lnTo>
                  <a:pt x="70" y="549"/>
                </a:lnTo>
                <a:lnTo>
                  <a:pt x="65" y="549"/>
                </a:lnTo>
                <a:lnTo>
                  <a:pt x="65" y="547"/>
                </a:lnTo>
                <a:lnTo>
                  <a:pt x="65" y="549"/>
                </a:lnTo>
                <a:lnTo>
                  <a:pt x="60" y="549"/>
                </a:lnTo>
                <a:lnTo>
                  <a:pt x="60" y="561"/>
                </a:lnTo>
                <a:lnTo>
                  <a:pt x="63" y="561"/>
                </a:lnTo>
                <a:lnTo>
                  <a:pt x="51" y="610"/>
                </a:lnTo>
                <a:lnTo>
                  <a:pt x="51" y="610"/>
                </a:lnTo>
                <a:lnTo>
                  <a:pt x="48" y="610"/>
                </a:lnTo>
                <a:lnTo>
                  <a:pt x="46" y="610"/>
                </a:lnTo>
                <a:lnTo>
                  <a:pt x="46" y="683"/>
                </a:lnTo>
                <a:lnTo>
                  <a:pt x="41" y="685"/>
                </a:lnTo>
                <a:lnTo>
                  <a:pt x="41" y="700"/>
                </a:lnTo>
                <a:lnTo>
                  <a:pt x="41" y="746"/>
                </a:lnTo>
                <a:lnTo>
                  <a:pt x="34" y="756"/>
                </a:lnTo>
                <a:lnTo>
                  <a:pt x="34" y="758"/>
                </a:lnTo>
                <a:lnTo>
                  <a:pt x="19" y="758"/>
                </a:lnTo>
                <a:lnTo>
                  <a:pt x="17" y="746"/>
                </a:lnTo>
                <a:lnTo>
                  <a:pt x="17" y="739"/>
                </a:lnTo>
                <a:lnTo>
                  <a:pt x="17" y="739"/>
                </a:lnTo>
                <a:lnTo>
                  <a:pt x="12" y="739"/>
                </a:lnTo>
                <a:lnTo>
                  <a:pt x="12" y="746"/>
                </a:lnTo>
                <a:lnTo>
                  <a:pt x="7" y="836"/>
                </a:lnTo>
                <a:lnTo>
                  <a:pt x="7" y="848"/>
                </a:lnTo>
                <a:lnTo>
                  <a:pt x="5" y="851"/>
                </a:lnTo>
                <a:lnTo>
                  <a:pt x="10" y="365"/>
                </a:lnTo>
                <a:lnTo>
                  <a:pt x="12" y="30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/>
          </a:p>
        </p:txBody>
      </p:sp>
      <p:sp>
        <p:nvSpPr>
          <p:cNvPr id="555770204" name="Freeform 16"/>
          <p:cNvSpPr/>
          <p:nvPr/>
        </p:nvSpPr>
        <p:spPr bwMode="auto">
          <a:xfrm>
            <a:off x="4071156" y="4593820"/>
            <a:ext cx="2027224" cy="2260769"/>
          </a:xfrm>
          <a:custGeom>
            <a:avLst/>
            <a:gdLst>
              <a:gd name="T0" fmla="*/ 1242 w 1276"/>
              <a:gd name="T1" fmla="*/ 529 h 1423"/>
              <a:gd name="T2" fmla="*/ 1225 w 1276"/>
              <a:gd name="T3" fmla="*/ 527 h 1423"/>
              <a:gd name="T4" fmla="*/ 1196 w 1276"/>
              <a:gd name="T5" fmla="*/ 505 h 1423"/>
              <a:gd name="T6" fmla="*/ 1172 w 1276"/>
              <a:gd name="T7" fmla="*/ 483 h 1423"/>
              <a:gd name="T8" fmla="*/ 1148 w 1276"/>
              <a:gd name="T9" fmla="*/ 461 h 1423"/>
              <a:gd name="T10" fmla="*/ 1126 w 1276"/>
              <a:gd name="T11" fmla="*/ 439 h 1423"/>
              <a:gd name="T12" fmla="*/ 1043 w 1276"/>
              <a:gd name="T13" fmla="*/ 434 h 1423"/>
              <a:gd name="T14" fmla="*/ 1005 w 1276"/>
              <a:gd name="T15" fmla="*/ 447 h 1423"/>
              <a:gd name="T16" fmla="*/ 985 w 1276"/>
              <a:gd name="T17" fmla="*/ 461 h 1423"/>
              <a:gd name="T18" fmla="*/ 981 w 1276"/>
              <a:gd name="T19" fmla="*/ 481 h 1423"/>
              <a:gd name="T20" fmla="*/ 959 w 1276"/>
              <a:gd name="T21" fmla="*/ 495 h 1423"/>
              <a:gd name="T22" fmla="*/ 939 w 1276"/>
              <a:gd name="T23" fmla="*/ 505 h 1423"/>
              <a:gd name="T24" fmla="*/ 937 w 1276"/>
              <a:gd name="T25" fmla="*/ 524 h 1423"/>
              <a:gd name="T26" fmla="*/ 913 w 1276"/>
              <a:gd name="T27" fmla="*/ 529 h 1423"/>
              <a:gd name="T28" fmla="*/ 840 w 1276"/>
              <a:gd name="T29" fmla="*/ 534 h 1423"/>
              <a:gd name="T30" fmla="*/ 840 w 1276"/>
              <a:gd name="T31" fmla="*/ 595 h 1423"/>
              <a:gd name="T32" fmla="*/ 765 w 1276"/>
              <a:gd name="T33" fmla="*/ 876 h 1423"/>
              <a:gd name="T34" fmla="*/ 763 w 1276"/>
              <a:gd name="T35" fmla="*/ 544 h 1423"/>
              <a:gd name="T36" fmla="*/ 690 w 1276"/>
              <a:gd name="T37" fmla="*/ 539 h 1423"/>
              <a:gd name="T38" fmla="*/ 668 w 1276"/>
              <a:gd name="T39" fmla="*/ 534 h 1423"/>
              <a:gd name="T40" fmla="*/ 661 w 1276"/>
              <a:gd name="T41" fmla="*/ 515 h 1423"/>
              <a:gd name="T42" fmla="*/ 646 w 1276"/>
              <a:gd name="T43" fmla="*/ 502 h 1423"/>
              <a:gd name="T44" fmla="*/ 625 w 1276"/>
              <a:gd name="T45" fmla="*/ 490 h 1423"/>
              <a:gd name="T46" fmla="*/ 617 w 1276"/>
              <a:gd name="T47" fmla="*/ 471 h 1423"/>
              <a:gd name="T48" fmla="*/ 600 w 1276"/>
              <a:gd name="T49" fmla="*/ 456 h 1423"/>
              <a:gd name="T50" fmla="*/ 559 w 1276"/>
              <a:gd name="T51" fmla="*/ 444 h 1423"/>
              <a:gd name="T52" fmla="*/ 482 w 1276"/>
              <a:gd name="T53" fmla="*/ 449 h 1423"/>
              <a:gd name="T54" fmla="*/ 460 w 1276"/>
              <a:gd name="T55" fmla="*/ 471 h 1423"/>
              <a:gd name="T56" fmla="*/ 436 w 1276"/>
              <a:gd name="T57" fmla="*/ 493 h 1423"/>
              <a:gd name="T58" fmla="*/ 411 w 1276"/>
              <a:gd name="T59" fmla="*/ 512 h 1423"/>
              <a:gd name="T60" fmla="*/ 385 w 1276"/>
              <a:gd name="T61" fmla="*/ 534 h 1423"/>
              <a:gd name="T62" fmla="*/ 382 w 1276"/>
              <a:gd name="T63" fmla="*/ 536 h 1423"/>
              <a:gd name="T64" fmla="*/ 322 w 1276"/>
              <a:gd name="T65" fmla="*/ 328 h 1423"/>
              <a:gd name="T66" fmla="*/ 264 w 1276"/>
              <a:gd name="T67" fmla="*/ 274 h 1423"/>
              <a:gd name="T68" fmla="*/ 201 w 1276"/>
              <a:gd name="T69" fmla="*/ 233 h 1423"/>
              <a:gd name="T70" fmla="*/ 179 w 1276"/>
              <a:gd name="T71" fmla="*/ 328 h 1423"/>
              <a:gd name="T72" fmla="*/ 181 w 1276"/>
              <a:gd name="T73" fmla="*/ 255 h 1423"/>
              <a:gd name="T74" fmla="*/ 179 w 1276"/>
              <a:gd name="T75" fmla="*/ 252 h 1423"/>
              <a:gd name="T76" fmla="*/ 181 w 1276"/>
              <a:gd name="T77" fmla="*/ 213 h 1423"/>
              <a:gd name="T78" fmla="*/ 179 w 1276"/>
              <a:gd name="T79" fmla="*/ 213 h 1423"/>
              <a:gd name="T80" fmla="*/ 181 w 1276"/>
              <a:gd name="T81" fmla="*/ 174 h 1423"/>
              <a:gd name="T82" fmla="*/ 179 w 1276"/>
              <a:gd name="T83" fmla="*/ 172 h 1423"/>
              <a:gd name="T84" fmla="*/ 116 w 1276"/>
              <a:gd name="T85" fmla="*/ 109 h 1423"/>
              <a:gd name="T86" fmla="*/ 29 w 1276"/>
              <a:gd name="T87" fmla="*/ 104 h 1423"/>
              <a:gd name="T88" fmla="*/ 29 w 1276"/>
              <a:gd name="T89" fmla="*/ 31 h 1423"/>
              <a:gd name="T90" fmla="*/ 29 w 1276"/>
              <a:gd name="T91" fmla="*/ 9 h 1423"/>
              <a:gd name="T92" fmla="*/ 29 w 1276"/>
              <a:gd name="T93" fmla="*/ 0 h 1423"/>
              <a:gd name="T94" fmla="*/ 0 w 1276"/>
              <a:gd name="T95" fmla="*/ 1423 h 1423"/>
              <a:gd name="T96" fmla="*/ 1276 w 1276"/>
              <a:gd name="T97" fmla="*/ 534 h 1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276" h="1423" extrusionOk="0">
                <a:moveTo>
                  <a:pt x="1276" y="534"/>
                </a:moveTo>
                <a:lnTo>
                  <a:pt x="1242" y="529"/>
                </a:lnTo>
                <a:lnTo>
                  <a:pt x="1223" y="532"/>
                </a:lnTo>
                <a:lnTo>
                  <a:pt x="1225" y="527"/>
                </a:lnTo>
                <a:lnTo>
                  <a:pt x="1196" y="524"/>
                </a:lnTo>
                <a:lnTo>
                  <a:pt x="1196" y="505"/>
                </a:lnTo>
                <a:lnTo>
                  <a:pt x="1172" y="502"/>
                </a:lnTo>
                <a:lnTo>
                  <a:pt x="1172" y="483"/>
                </a:lnTo>
                <a:lnTo>
                  <a:pt x="1148" y="481"/>
                </a:lnTo>
                <a:lnTo>
                  <a:pt x="1148" y="461"/>
                </a:lnTo>
                <a:lnTo>
                  <a:pt x="1123" y="459"/>
                </a:lnTo>
                <a:lnTo>
                  <a:pt x="1126" y="439"/>
                </a:lnTo>
                <a:lnTo>
                  <a:pt x="1094" y="434"/>
                </a:lnTo>
                <a:lnTo>
                  <a:pt x="1043" y="434"/>
                </a:lnTo>
                <a:lnTo>
                  <a:pt x="1007" y="439"/>
                </a:lnTo>
                <a:lnTo>
                  <a:pt x="1005" y="447"/>
                </a:lnTo>
                <a:lnTo>
                  <a:pt x="1005" y="459"/>
                </a:lnTo>
                <a:lnTo>
                  <a:pt x="985" y="461"/>
                </a:lnTo>
                <a:lnTo>
                  <a:pt x="983" y="471"/>
                </a:lnTo>
                <a:lnTo>
                  <a:pt x="981" y="481"/>
                </a:lnTo>
                <a:lnTo>
                  <a:pt x="964" y="483"/>
                </a:lnTo>
                <a:lnTo>
                  <a:pt x="959" y="495"/>
                </a:lnTo>
                <a:lnTo>
                  <a:pt x="959" y="502"/>
                </a:lnTo>
                <a:lnTo>
                  <a:pt x="939" y="505"/>
                </a:lnTo>
                <a:lnTo>
                  <a:pt x="937" y="517"/>
                </a:lnTo>
                <a:lnTo>
                  <a:pt x="937" y="524"/>
                </a:lnTo>
                <a:lnTo>
                  <a:pt x="915" y="527"/>
                </a:lnTo>
                <a:lnTo>
                  <a:pt x="913" y="529"/>
                </a:lnTo>
                <a:lnTo>
                  <a:pt x="893" y="527"/>
                </a:lnTo>
                <a:lnTo>
                  <a:pt x="840" y="534"/>
                </a:lnTo>
                <a:lnTo>
                  <a:pt x="840" y="595"/>
                </a:lnTo>
                <a:lnTo>
                  <a:pt x="840" y="595"/>
                </a:lnTo>
                <a:lnTo>
                  <a:pt x="840" y="876"/>
                </a:lnTo>
                <a:lnTo>
                  <a:pt x="765" y="876"/>
                </a:lnTo>
                <a:lnTo>
                  <a:pt x="763" y="600"/>
                </a:lnTo>
                <a:lnTo>
                  <a:pt x="763" y="544"/>
                </a:lnTo>
                <a:lnTo>
                  <a:pt x="707" y="536"/>
                </a:lnTo>
                <a:lnTo>
                  <a:pt x="690" y="539"/>
                </a:lnTo>
                <a:lnTo>
                  <a:pt x="688" y="536"/>
                </a:lnTo>
                <a:lnTo>
                  <a:pt x="668" y="534"/>
                </a:lnTo>
                <a:lnTo>
                  <a:pt x="668" y="527"/>
                </a:lnTo>
                <a:lnTo>
                  <a:pt x="661" y="515"/>
                </a:lnTo>
                <a:lnTo>
                  <a:pt x="646" y="512"/>
                </a:lnTo>
                <a:lnTo>
                  <a:pt x="646" y="502"/>
                </a:lnTo>
                <a:lnTo>
                  <a:pt x="639" y="493"/>
                </a:lnTo>
                <a:lnTo>
                  <a:pt x="625" y="490"/>
                </a:lnTo>
                <a:lnTo>
                  <a:pt x="625" y="481"/>
                </a:lnTo>
                <a:lnTo>
                  <a:pt x="617" y="471"/>
                </a:lnTo>
                <a:lnTo>
                  <a:pt x="603" y="468"/>
                </a:lnTo>
                <a:lnTo>
                  <a:pt x="600" y="456"/>
                </a:lnTo>
                <a:lnTo>
                  <a:pt x="598" y="449"/>
                </a:lnTo>
                <a:lnTo>
                  <a:pt x="559" y="444"/>
                </a:lnTo>
                <a:lnTo>
                  <a:pt x="511" y="444"/>
                </a:lnTo>
                <a:lnTo>
                  <a:pt x="482" y="449"/>
                </a:lnTo>
                <a:lnTo>
                  <a:pt x="482" y="466"/>
                </a:lnTo>
                <a:lnTo>
                  <a:pt x="460" y="471"/>
                </a:lnTo>
                <a:lnTo>
                  <a:pt x="460" y="488"/>
                </a:lnTo>
                <a:lnTo>
                  <a:pt x="436" y="493"/>
                </a:lnTo>
                <a:lnTo>
                  <a:pt x="436" y="510"/>
                </a:lnTo>
                <a:lnTo>
                  <a:pt x="411" y="512"/>
                </a:lnTo>
                <a:lnTo>
                  <a:pt x="411" y="532"/>
                </a:lnTo>
                <a:lnTo>
                  <a:pt x="385" y="534"/>
                </a:lnTo>
                <a:lnTo>
                  <a:pt x="385" y="536"/>
                </a:lnTo>
                <a:lnTo>
                  <a:pt x="382" y="536"/>
                </a:lnTo>
                <a:lnTo>
                  <a:pt x="382" y="328"/>
                </a:lnTo>
                <a:lnTo>
                  <a:pt x="322" y="328"/>
                </a:lnTo>
                <a:lnTo>
                  <a:pt x="322" y="274"/>
                </a:lnTo>
                <a:lnTo>
                  <a:pt x="264" y="274"/>
                </a:lnTo>
                <a:lnTo>
                  <a:pt x="264" y="233"/>
                </a:lnTo>
                <a:lnTo>
                  <a:pt x="201" y="233"/>
                </a:lnTo>
                <a:lnTo>
                  <a:pt x="201" y="328"/>
                </a:lnTo>
                <a:lnTo>
                  <a:pt x="179" y="328"/>
                </a:lnTo>
                <a:lnTo>
                  <a:pt x="179" y="257"/>
                </a:lnTo>
                <a:lnTo>
                  <a:pt x="181" y="255"/>
                </a:lnTo>
                <a:lnTo>
                  <a:pt x="181" y="252"/>
                </a:lnTo>
                <a:lnTo>
                  <a:pt x="179" y="252"/>
                </a:lnTo>
                <a:lnTo>
                  <a:pt x="179" y="218"/>
                </a:lnTo>
                <a:lnTo>
                  <a:pt x="181" y="213"/>
                </a:lnTo>
                <a:lnTo>
                  <a:pt x="181" y="213"/>
                </a:lnTo>
                <a:lnTo>
                  <a:pt x="179" y="213"/>
                </a:lnTo>
                <a:lnTo>
                  <a:pt x="179" y="177"/>
                </a:lnTo>
                <a:lnTo>
                  <a:pt x="181" y="174"/>
                </a:lnTo>
                <a:lnTo>
                  <a:pt x="181" y="172"/>
                </a:lnTo>
                <a:lnTo>
                  <a:pt x="179" y="172"/>
                </a:lnTo>
                <a:lnTo>
                  <a:pt x="179" y="114"/>
                </a:lnTo>
                <a:lnTo>
                  <a:pt x="116" y="109"/>
                </a:lnTo>
                <a:lnTo>
                  <a:pt x="43" y="104"/>
                </a:lnTo>
                <a:lnTo>
                  <a:pt x="29" y="104"/>
                </a:lnTo>
                <a:lnTo>
                  <a:pt x="29" y="51"/>
                </a:lnTo>
                <a:lnTo>
                  <a:pt x="29" y="31"/>
                </a:lnTo>
                <a:lnTo>
                  <a:pt x="29" y="26"/>
                </a:lnTo>
                <a:lnTo>
                  <a:pt x="29" y="9"/>
                </a:lnTo>
                <a:lnTo>
                  <a:pt x="29" y="4"/>
                </a:lnTo>
                <a:lnTo>
                  <a:pt x="29" y="0"/>
                </a:lnTo>
                <a:lnTo>
                  <a:pt x="0" y="0"/>
                </a:lnTo>
                <a:lnTo>
                  <a:pt x="0" y="1423"/>
                </a:lnTo>
                <a:lnTo>
                  <a:pt x="1276" y="1423"/>
                </a:lnTo>
                <a:lnTo>
                  <a:pt x="1276" y="5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/>
          </a:p>
        </p:txBody>
      </p:sp>
      <p:sp>
        <p:nvSpPr>
          <p:cNvPr id="1273384286" name="Freeform 17"/>
          <p:cNvSpPr/>
          <p:nvPr/>
        </p:nvSpPr>
        <p:spPr bwMode="auto">
          <a:xfrm>
            <a:off x="2035989" y="4110845"/>
            <a:ext cx="2035169" cy="2743744"/>
          </a:xfrm>
          <a:custGeom>
            <a:avLst/>
            <a:gdLst>
              <a:gd name="T0" fmla="*/ 1281 w 1281"/>
              <a:gd name="T1" fmla="*/ 1727 h 1727"/>
              <a:gd name="T2" fmla="*/ 1194 w 1281"/>
              <a:gd name="T3" fmla="*/ 304 h 1727"/>
              <a:gd name="T4" fmla="*/ 1194 w 1281"/>
              <a:gd name="T5" fmla="*/ 284 h 1727"/>
              <a:gd name="T6" fmla="*/ 1194 w 1281"/>
              <a:gd name="T7" fmla="*/ 265 h 1727"/>
              <a:gd name="T8" fmla="*/ 1080 w 1281"/>
              <a:gd name="T9" fmla="*/ 126 h 1727"/>
              <a:gd name="T10" fmla="*/ 1073 w 1281"/>
              <a:gd name="T11" fmla="*/ 80 h 1727"/>
              <a:gd name="T12" fmla="*/ 1063 w 1281"/>
              <a:gd name="T13" fmla="*/ 92 h 1727"/>
              <a:gd name="T14" fmla="*/ 1063 w 1281"/>
              <a:gd name="T15" fmla="*/ 12 h 1727"/>
              <a:gd name="T16" fmla="*/ 1061 w 1281"/>
              <a:gd name="T17" fmla="*/ 0 h 1727"/>
              <a:gd name="T18" fmla="*/ 1053 w 1281"/>
              <a:gd name="T19" fmla="*/ 92 h 1727"/>
              <a:gd name="T20" fmla="*/ 1053 w 1281"/>
              <a:gd name="T21" fmla="*/ 12 h 1727"/>
              <a:gd name="T22" fmla="*/ 1048 w 1281"/>
              <a:gd name="T23" fmla="*/ 0 h 1727"/>
              <a:gd name="T24" fmla="*/ 1041 w 1281"/>
              <a:gd name="T25" fmla="*/ 92 h 1727"/>
              <a:gd name="T26" fmla="*/ 1041 w 1281"/>
              <a:gd name="T27" fmla="*/ 12 h 1727"/>
              <a:gd name="T28" fmla="*/ 1039 w 1281"/>
              <a:gd name="T29" fmla="*/ 0 h 1727"/>
              <a:gd name="T30" fmla="*/ 1031 w 1281"/>
              <a:gd name="T31" fmla="*/ 92 h 1727"/>
              <a:gd name="T32" fmla="*/ 1031 w 1281"/>
              <a:gd name="T33" fmla="*/ 12 h 1727"/>
              <a:gd name="T34" fmla="*/ 1027 w 1281"/>
              <a:gd name="T35" fmla="*/ 0 h 1727"/>
              <a:gd name="T36" fmla="*/ 1019 w 1281"/>
              <a:gd name="T37" fmla="*/ 92 h 1727"/>
              <a:gd name="T38" fmla="*/ 1019 w 1281"/>
              <a:gd name="T39" fmla="*/ 12 h 1727"/>
              <a:gd name="T40" fmla="*/ 1017 w 1281"/>
              <a:gd name="T41" fmla="*/ 0 h 1727"/>
              <a:gd name="T42" fmla="*/ 1010 w 1281"/>
              <a:gd name="T43" fmla="*/ 92 h 1727"/>
              <a:gd name="T44" fmla="*/ 1000 w 1281"/>
              <a:gd name="T45" fmla="*/ 80 h 1727"/>
              <a:gd name="T46" fmla="*/ 1000 w 1281"/>
              <a:gd name="T47" fmla="*/ 257 h 1727"/>
              <a:gd name="T48" fmla="*/ 1000 w 1281"/>
              <a:gd name="T49" fmla="*/ 282 h 1727"/>
              <a:gd name="T50" fmla="*/ 971 w 1281"/>
              <a:gd name="T51" fmla="*/ 304 h 1727"/>
              <a:gd name="T52" fmla="*/ 971 w 1281"/>
              <a:gd name="T53" fmla="*/ 313 h 1727"/>
              <a:gd name="T54" fmla="*/ 971 w 1281"/>
              <a:gd name="T55" fmla="*/ 335 h 1727"/>
              <a:gd name="T56" fmla="*/ 971 w 1281"/>
              <a:gd name="T57" fmla="*/ 403 h 1727"/>
              <a:gd name="T58" fmla="*/ 968 w 1281"/>
              <a:gd name="T59" fmla="*/ 413 h 1727"/>
              <a:gd name="T60" fmla="*/ 932 w 1281"/>
              <a:gd name="T61" fmla="*/ 738 h 1727"/>
              <a:gd name="T62" fmla="*/ 814 w 1281"/>
              <a:gd name="T63" fmla="*/ 515 h 1727"/>
              <a:gd name="T64" fmla="*/ 746 w 1281"/>
              <a:gd name="T65" fmla="*/ 386 h 1727"/>
              <a:gd name="T66" fmla="*/ 719 w 1281"/>
              <a:gd name="T67" fmla="*/ 515 h 1727"/>
              <a:gd name="T68" fmla="*/ 608 w 1281"/>
              <a:gd name="T69" fmla="*/ 386 h 1727"/>
              <a:gd name="T70" fmla="*/ 557 w 1281"/>
              <a:gd name="T71" fmla="*/ 515 h 1727"/>
              <a:gd name="T72" fmla="*/ 513 w 1281"/>
              <a:gd name="T73" fmla="*/ 1195 h 1727"/>
              <a:gd name="T74" fmla="*/ 458 w 1281"/>
              <a:gd name="T75" fmla="*/ 1200 h 1727"/>
              <a:gd name="T76" fmla="*/ 431 w 1281"/>
              <a:gd name="T77" fmla="*/ 1202 h 1727"/>
              <a:gd name="T78" fmla="*/ 412 w 1281"/>
              <a:gd name="T79" fmla="*/ 1180 h 1727"/>
              <a:gd name="T80" fmla="*/ 370 w 1281"/>
              <a:gd name="T81" fmla="*/ 1207 h 1727"/>
              <a:gd name="T82" fmla="*/ 370 w 1281"/>
              <a:gd name="T83" fmla="*/ 1210 h 1727"/>
              <a:gd name="T84" fmla="*/ 370 w 1281"/>
              <a:gd name="T85" fmla="*/ 1200 h 1727"/>
              <a:gd name="T86" fmla="*/ 322 w 1281"/>
              <a:gd name="T87" fmla="*/ 1188 h 1727"/>
              <a:gd name="T88" fmla="*/ 312 w 1281"/>
              <a:gd name="T89" fmla="*/ 1202 h 1727"/>
              <a:gd name="T90" fmla="*/ 269 w 1281"/>
              <a:gd name="T91" fmla="*/ 1197 h 1727"/>
              <a:gd name="T92" fmla="*/ 140 w 1281"/>
              <a:gd name="T93" fmla="*/ 1193 h 1727"/>
              <a:gd name="T94" fmla="*/ 0 w 1281"/>
              <a:gd name="T95" fmla="*/ 1210 h 17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1" h="1727" extrusionOk="0">
                <a:moveTo>
                  <a:pt x="0" y="1727"/>
                </a:moveTo>
                <a:lnTo>
                  <a:pt x="1281" y="1727"/>
                </a:lnTo>
                <a:lnTo>
                  <a:pt x="1281" y="304"/>
                </a:lnTo>
                <a:lnTo>
                  <a:pt x="1194" y="304"/>
                </a:lnTo>
                <a:lnTo>
                  <a:pt x="1194" y="291"/>
                </a:lnTo>
                <a:lnTo>
                  <a:pt x="1194" y="284"/>
                </a:lnTo>
                <a:lnTo>
                  <a:pt x="1194" y="267"/>
                </a:lnTo>
                <a:lnTo>
                  <a:pt x="1194" y="265"/>
                </a:lnTo>
                <a:lnTo>
                  <a:pt x="1080" y="265"/>
                </a:lnTo>
                <a:lnTo>
                  <a:pt x="1080" y="126"/>
                </a:lnTo>
                <a:lnTo>
                  <a:pt x="1080" y="80"/>
                </a:lnTo>
                <a:lnTo>
                  <a:pt x="1073" y="80"/>
                </a:lnTo>
                <a:lnTo>
                  <a:pt x="1073" y="92"/>
                </a:lnTo>
                <a:lnTo>
                  <a:pt x="1063" y="92"/>
                </a:lnTo>
                <a:lnTo>
                  <a:pt x="1063" y="12"/>
                </a:lnTo>
                <a:lnTo>
                  <a:pt x="1063" y="12"/>
                </a:lnTo>
                <a:lnTo>
                  <a:pt x="1063" y="0"/>
                </a:lnTo>
                <a:lnTo>
                  <a:pt x="1061" y="0"/>
                </a:lnTo>
                <a:lnTo>
                  <a:pt x="1061" y="92"/>
                </a:lnTo>
                <a:lnTo>
                  <a:pt x="1053" y="92"/>
                </a:lnTo>
                <a:lnTo>
                  <a:pt x="1053" y="12"/>
                </a:lnTo>
                <a:lnTo>
                  <a:pt x="1053" y="12"/>
                </a:lnTo>
                <a:lnTo>
                  <a:pt x="1053" y="0"/>
                </a:lnTo>
                <a:lnTo>
                  <a:pt x="1048" y="0"/>
                </a:lnTo>
                <a:lnTo>
                  <a:pt x="1048" y="92"/>
                </a:lnTo>
                <a:lnTo>
                  <a:pt x="1041" y="92"/>
                </a:lnTo>
                <a:lnTo>
                  <a:pt x="1041" y="12"/>
                </a:lnTo>
                <a:lnTo>
                  <a:pt x="1041" y="12"/>
                </a:lnTo>
                <a:lnTo>
                  <a:pt x="1041" y="0"/>
                </a:lnTo>
                <a:lnTo>
                  <a:pt x="1039" y="0"/>
                </a:lnTo>
                <a:lnTo>
                  <a:pt x="1039" y="92"/>
                </a:lnTo>
                <a:lnTo>
                  <a:pt x="1031" y="92"/>
                </a:lnTo>
                <a:lnTo>
                  <a:pt x="1031" y="12"/>
                </a:lnTo>
                <a:lnTo>
                  <a:pt x="1031" y="12"/>
                </a:lnTo>
                <a:lnTo>
                  <a:pt x="1029" y="0"/>
                </a:lnTo>
                <a:lnTo>
                  <a:pt x="1027" y="0"/>
                </a:lnTo>
                <a:lnTo>
                  <a:pt x="1027" y="92"/>
                </a:lnTo>
                <a:lnTo>
                  <a:pt x="1019" y="92"/>
                </a:lnTo>
                <a:lnTo>
                  <a:pt x="1019" y="12"/>
                </a:lnTo>
                <a:lnTo>
                  <a:pt x="1019" y="12"/>
                </a:lnTo>
                <a:lnTo>
                  <a:pt x="1019" y="0"/>
                </a:lnTo>
                <a:lnTo>
                  <a:pt x="1017" y="0"/>
                </a:lnTo>
                <a:lnTo>
                  <a:pt x="1017" y="92"/>
                </a:lnTo>
                <a:lnTo>
                  <a:pt x="1010" y="92"/>
                </a:lnTo>
                <a:lnTo>
                  <a:pt x="1007" y="80"/>
                </a:lnTo>
                <a:lnTo>
                  <a:pt x="1000" y="80"/>
                </a:lnTo>
                <a:lnTo>
                  <a:pt x="1000" y="253"/>
                </a:lnTo>
                <a:lnTo>
                  <a:pt x="1000" y="257"/>
                </a:lnTo>
                <a:lnTo>
                  <a:pt x="1000" y="274"/>
                </a:lnTo>
                <a:lnTo>
                  <a:pt x="1000" y="282"/>
                </a:lnTo>
                <a:lnTo>
                  <a:pt x="1000" y="304"/>
                </a:lnTo>
                <a:lnTo>
                  <a:pt x="971" y="304"/>
                </a:lnTo>
                <a:lnTo>
                  <a:pt x="971" y="308"/>
                </a:lnTo>
                <a:lnTo>
                  <a:pt x="971" y="313"/>
                </a:lnTo>
                <a:lnTo>
                  <a:pt x="971" y="333"/>
                </a:lnTo>
                <a:lnTo>
                  <a:pt x="971" y="335"/>
                </a:lnTo>
                <a:lnTo>
                  <a:pt x="971" y="355"/>
                </a:lnTo>
                <a:lnTo>
                  <a:pt x="971" y="403"/>
                </a:lnTo>
                <a:lnTo>
                  <a:pt x="968" y="403"/>
                </a:lnTo>
                <a:lnTo>
                  <a:pt x="968" y="413"/>
                </a:lnTo>
                <a:lnTo>
                  <a:pt x="932" y="413"/>
                </a:lnTo>
                <a:lnTo>
                  <a:pt x="932" y="738"/>
                </a:lnTo>
                <a:lnTo>
                  <a:pt x="814" y="738"/>
                </a:lnTo>
                <a:lnTo>
                  <a:pt x="814" y="515"/>
                </a:lnTo>
                <a:lnTo>
                  <a:pt x="746" y="515"/>
                </a:lnTo>
                <a:lnTo>
                  <a:pt x="746" y="386"/>
                </a:lnTo>
                <a:lnTo>
                  <a:pt x="719" y="386"/>
                </a:lnTo>
                <a:lnTo>
                  <a:pt x="719" y="515"/>
                </a:lnTo>
                <a:lnTo>
                  <a:pt x="608" y="515"/>
                </a:lnTo>
                <a:lnTo>
                  <a:pt x="608" y="386"/>
                </a:lnTo>
                <a:lnTo>
                  <a:pt x="557" y="386"/>
                </a:lnTo>
                <a:lnTo>
                  <a:pt x="557" y="515"/>
                </a:lnTo>
                <a:lnTo>
                  <a:pt x="513" y="515"/>
                </a:lnTo>
                <a:lnTo>
                  <a:pt x="513" y="1195"/>
                </a:lnTo>
                <a:lnTo>
                  <a:pt x="475" y="1197"/>
                </a:lnTo>
                <a:lnTo>
                  <a:pt x="458" y="1200"/>
                </a:lnTo>
                <a:lnTo>
                  <a:pt x="433" y="1202"/>
                </a:lnTo>
                <a:lnTo>
                  <a:pt x="431" y="1202"/>
                </a:lnTo>
                <a:lnTo>
                  <a:pt x="421" y="1188"/>
                </a:lnTo>
                <a:lnTo>
                  <a:pt x="412" y="1180"/>
                </a:lnTo>
                <a:lnTo>
                  <a:pt x="373" y="1200"/>
                </a:lnTo>
                <a:lnTo>
                  <a:pt x="370" y="1207"/>
                </a:lnTo>
                <a:lnTo>
                  <a:pt x="370" y="1210"/>
                </a:lnTo>
                <a:lnTo>
                  <a:pt x="370" y="1210"/>
                </a:lnTo>
                <a:lnTo>
                  <a:pt x="370" y="1207"/>
                </a:lnTo>
                <a:lnTo>
                  <a:pt x="370" y="1200"/>
                </a:lnTo>
                <a:lnTo>
                  <a:pt x="332" y="1180"/>
                </a:lnTo>
                <a:lnTo>
                  <a:pt x="322" y="1188"/>
                </a:lnTo>
                <a:lnTo>
                  <a:pt x="312" y="1202"/>
                </a:lnTo>
                <a:lnTo>
                  <a:pt x="312" y="1202"/>
                </a:lnTo>
                <a:lnTo>
                  <a:pt x="288" y="1200"/>
                </a:lnTo>
                <a:lnTo>
                  <a:pt x="269" y="1197"/>
                </a:lnTo>
                <a:lnTo>
                  <a:pt x="160" y="1193"/>
                </a:lnTo>
                <a:lnTo>
                  <a:pt x="140" y="1193"/>
                </a:lnTo>
                <a:lnTo>
                  <a:pt x="22" y="1205"/>
                </a:lnTo>
                <a:lnTo>
                  <a:pt x="0" y="1210"/>
                </a:lnTo>
                <a:lnTo>
                  <a:pt x="0" y="17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/>
          </a:p>
        </p:txBody>
      </p:sp>
      <p:sp>
        <p:nvSpPr>
          <p:cNvPr id="1854635310" name="Freeform 18"/>
          <p:cNvSpPr>
            <a:spLocks noEditPoints="1"/>
          </p:cNvSpPr>
          <p:nvPr/>
        </p:nvSpPr>
        <p:spPr bwMode="auto">
          <a:xfrm>
            <a:off x="3997" y="4199814"/>
            <a:ext cx="2031992" cy="2654775"/>
          </a:xfrm>
          <a:custGeom>
            <a:avLst/>
            <a:gdLst>
              <a:gd name="T0" fmla="*/ 933 w 1279"/>
              <a:gd name="T1" fmla="*/ 988 h 1671"/>
              <a:gd name="T2" fmla="*/ 712 w 1279"/>
              <a:gd name="T3" fmla="*/ 933 h 1671"/>
              <a:gd name="T4" fmla="*/ 577 w 1279"/>
              <a:gd name="T5" fmla="*/ 1207 h 1671"/>
              <a:gd name="T6" fmla="*/ 303 w 1279"/>
              <a:gd name="T7" fmla="*/ 1336 h 1671"/>
              <a:gd name="T8" fmla="*/ 230 w 1279"/>
              <a:gd name="T9" fmla="*/ 517 h 1671"/>
              <a:gd name="T10" fmla="*/ 194 w 1279"/>
              <a:gd name="T11" fmla="*/ 505 h 1671"/>
              <a:gd name="T12" fmla="*/ 240 w 1279"/>
              <a:gd name="T13" fmla="*/ 498 h 1671"/>
              <a:gd name="T14" fmla="*/ 211 w 1279"/>
              <a:gd name="T15" fmla="*/ 486 h 1671"/>
              <a:gd name="T16" fmla="*/ 194 w 1279"/>
              <a:gd name="T17" fmla="*/ 481 h 1671"/>
              <a:gd name="T18" fmla="*/ 192 w 1279"/>
              <a:gd name="T19" fmla="*/ 432 h 1671"/>
              <a:gd name="T20" fmla="*/ 182 w 1279"/>
              <a:gd name="T21" fmla="*/ 427 h 1671"/>
              <a:gd name="T22" fmla="*/ 204 w 1279"/>
              <a:gd name="T23" fmla="*/ 425 h 1671"/>
              <a:gd name="T24" fmla="*/ 218 w 1279"/>
              <a:gd name="T25" fmla="*/ 425 h 1671"/>
              <a:gd name="T26" fmla="*/ 233 w 1279"/>
              <a:gd name="T27" fmla="*/ 418 h 1671"/>
              <a:gd name="T28" fmla="*/ 235 w 1279"/>
              <a:gd name="T29" fmla="*/ 410 h 1671"/>
              <a:gd name="T30" fmla="*/ 189 w 1279"/>
              <a:gd name="T31" fmla="*/ 398 h 1671"/>
              <a:gd name="T32" fmla="*/ 172 w 1279"/>
              <a:gd name="T33" fmla="*/ 379 h 1671"/>
              <a:gd name="T34" fmla="*/ 168 w 1279"/>
              <a:gd name="T35" fmla="*/ 245 h 1671"/>
              <a:gd name="T36" fmla="*/ 163 w 1279"/>
              <a:gd name="T37" fmla="*/ 146 h 1671"/>
              <a:gd name="T38" fmla="*/ 158 w 1279"/>
              <a:gd name="T39" fmla="*/ 63 h 1671"/>
              <a:gd name="T40" fmla="*/ 155 w 1279"/>
              <a:gd name="T41" fmla="*/ 0 h 1671"/>
              <a:gd name="T42" fmla="*/ 153 w 1279"/>
              <a:gd name="T43" fmla="*/ 0 h 1671"/>
              <a:gd name="T44" fmla="*/ 151 w 1279"/>
              <a:gd name="T45" fmla="*/ 65 h 1671"/>
              <a:gd name="T46" fmla="*/ 148 w 1279"/>
              <a:gd name="T47" fmla="*/ 146 h 1671"/>
              <a:gd name="T48" fmla="*/ 146 w 1279"/>
              <a:gd name="T49" fmla="*/ 374 h 1671"/>
              <a:gd name="T50" fmla="*/ 138 w 1279"/>
              <a:gd name="T51" fmla="*/ 386 h 1671"/>
              <a:gd name="T52" fmla="*/ 117 w 1279"/>
              <a:gd name="T53" fmla="*/ 401 h 1671"/>
              <a:gd name="T54" fmla="*/ 80 w 1279"/>
              <a:gd name="T55" fmla="*/ 418 h 1671"/>
              <a:gd name="T56" fmla="*/ 95 w 1279"/>
              <a:gd name="T57" fmla="*/ 425 h 1671"/>
              <a:gd name="T58" fmla="*/ 112 w 1279"/>
              <a:gd name="T59" fmla="*/ 427 h 1671"/>
              <a:gd name="T60" fmla="*/ 129 w 1279"/>
              <a:gd name="T61" fmla="*/ 427 h 1671"/>
              <a:gd name="T62" fmla="*/ 119 w 1279"/>
              <a:gd name="T63" fmla="*/ 439 h 1671"/>
              <a:gd name="T64" fmla="*/ 121 w 1279"/>
              <a:gd name="T65" fmla="*/ 481 h 1671"/>
              <a:gd name="T66" fmla="*/ 100 w 1279"/>
              <a:gd name="T67" fmla="*/ 486 h 1671"/>
              <a:gd name="T68" fmla="*/ 75 w 1279"/>
              <a:gd name="T69" fmla="*/ 498 h 1671"/>
              <a:gd name="T70" fmla="*/ 121 w 1279"/>
              <a:gd name="T71" fmla="*/ 507 h 1671"/>
              <a:gd name="T72" fmla="*/ 85 w 1279"/>
              <a:gd name="T73" fmla="*/ 520 h 1671"/>
              <a:gd name="T74" fmla="*/ 27 w 1279"/>
              <a:gd name="T75" fmla="*/ 1333 h 1671"/>
              <a:gd name="T76" fmla="*/ 126 w 1279"/>
              <a:gd name="T77" fmla="*/ 498 h 1671"/>
              <a:gd name="T78" fmla="*/ 121 w 1279"/>
              <a:gd name="T79" fmla="*/ 498 h 1671"/>
              <a:gd name="T80" fmla="*/ 121 w 1279"/>
              <a:gd name="T81" fmla="*/ 568 h 1671"/>
              <a:gd name="T82" fmla="*/ 119 w 1279"/>
              <a:gd name="T83" fmla="*/ 656 h 1671"/>
              <a:gd name="T84" fmla="*/ 138 w 1279"/>
              <a:gd name="T85" fmla="*/ 799 h 1671"/>
              <a:gd name="T86" fmla="*/ 124 w 1279"/>
              <a:gd name="T87" fmla="*/ 814 h 1671"/>
              <a:gd name="T88" fmla="*/ 119 w 1279"/>
              <a:gd name="T89" fmla="*/ 937 h 1671"/>
              <a:gd name="T90" fmla="*/ 141 w 1279"/>
              <a:gd name="T91" fmla="*/ 1071 h 1671"/>
              <a:gd name="T92" fmla="*/ 121 w 1279"/>
              <a:gd name="T93" fmla="*/ 1188 h 1671"/>
              <a:gd name="T94" fmla="*/ 129 w 1279"/>
              <a:gd name="T95" fmla="*/ 1185 h 1671"/>
              <a:gd name="T96" fmla="*/ 182 w 1279"/>
              <a:gd name="T97" fmla="*/ 656 h 1671"/>
              <a:gd name="T98" fmla="*/ 189 w 1279"/>
              <a:gd name="T99" fmla="*/ 799 h 1671"/>
              <a:gd name="T100" fmla="*/ 199 w 1279"/>
              <a:gd name="T101" fmla="*/ 937 h 1671"/>
              <a:gd name="T102" fmla="*/ 199 w 1279"/>
              <a:gd name="T103" fmla="*/ 957 h 1671"/>
              <a:gd name="T104" fmla="*/ 184 w 1279"/>
              <a:gd name="T105" fmla="*/ 1185 h 1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279" h="1671" extrusionOk="0">
                <a:moveTo>
                  <a:pt x="1279" y="1154"/>
                </a:moveTo>
                <a:lnTo>
                  <a:pt x="1182" y="1178"/>
                </a:lnTo>
                <a:lnTo>
                  <a:pt x="1100" y="1212"/>
                </a:lnTo>
                <a:lnTo>
                  <a:pt x="1063" y="1212"/>
                </a:lnTo>
                <a:lnTo>
                  <a:pt x="1063" y="988"/>
                </a:lnTo>
                <a:lnTo>
                  <a:pt x="933" y="988"/>
                </a:lnTo>
                <a:lnTo>
                  <a:pt x="933" y="933"/>
                </a:lnTo>
                <a:lnTo>
                  <a:pt x="894" y="933"/>
                </a:lnTo>
                <a:lnTo>
                  <a:pt x="894" y="877"/>
                </a:lnTo>
                <a:lnTo>
                  <a:pt x="783" y="877"/>
                </a:lnTo>
                <a:lnTo>
                  <a:pt x="783" y="933"/>
                </a:lnTo>
                <a:lnTo>
                  <a:pt x="712" y="933"/>
                </a:lnTo>
                <a:lnTo>
                  <a:pt x="712" y="988"/>
                </a:lnTo>
                <a:lnTo>
                  <a:pt x="671" y="988"/>
                </a:lnTo>
                <a:lnTo>
                  <a:pt x="671" y="1183"/>
                </a:lnTo>
                <a:lnTo>
                  <a:pt x="659" y="1180"/>
                </a:lnTo>
                <a:lnTo>
                  <a:pt x="618" y="1188"/>
                </a:lnTo>
                <a:lnTo>
                  <a:pt x="577" y="1207"/>
                </a:lnTo>
                <a:lnTo>
                  <a:pt x="543" y="1236"/>
                </a:lnTo>
                <a:lnTo>
                  <a:pt x="519" y="1275"/>
                </a:lnTo>
                <a:lnTo>
                  <a:pt x="506" y="1309"/>
                </a:lnTo>
                <a:lnTo>
                  <a:pt x="315" y="1309"/>
                </a:lnTo>
                <a:lnTo>
                  <a:pt x="303" y="1314"/>
                </a:lnTo>
                <a:lnTo>
                  <a:pt x="303" y="1336"/>
                </a:lnTo>
                <a:lnTo>
                  <a:pt x="247" y="1333"/>
                </a:lnTo>
                <a:lnTo>
                  <a:pt x="243" y="520"/>
                </a:lnTo>
                <a:lnTo>
                  <a:pt x="243" y="520"/>
                </a:lnTo>
                <a:lnTo>
                  <a:pt x="240" y="520"/>
                </a:lnTo>
                <a:lnTo>
                  <a:pt x="235" y="517"/>
                </a:lnTo>
                <a:lnTo>
                  <a:pt x="230" y="517"/>
                </a:lnTo>
                <a:lnTo>
                  <a:pt x="230" y="517"/>
                </a:lnTo>
                <a:lnTo>
                  <a:pt x="230" y="510"/>
                </a:lnTo>
                <a:lnTo>
                  <a:pt x="228" y="507"/>
                </a:lnTo>
                <a:lnTo>
                  <a:pt x="221" y="507"/>
                </a:lnTo>
                <a:lnTo>
                  <a:pt x="209" y="507"/>
                </a:lnTo>
                <a:lnTo>
                  <a:pt x="194" y="505"/>
                </a:lnTo>
                <a:lnTo>
                  <a:pt x="184" y="505"/>
                </a:lnTo>
                <a:lnTo>
                  <a:pt x="184" y="500"/>
                </a:lnTo>
                <a:lnTo>
                  <a:pt x="192" y="500"/>
                </a:lnTo>
                <a:lnTo>
                  <a:pt x="211" y="500"/>
                </a:lnTo>
                <a:lnTo>
                  <a:pt x="228" y="498"/>
                </a:lnTo>
                <a:lnTo>
                  <a:pt x="240" y="498"/>
                </a:lnTo>
                <a:lnTo>
                  <a:pt x="247" y="495"/>
                </a:lnTo>
                <a:lnTo>
                  <a:pt x="247" y="493"/>
                </a:lnTo>
                <a:lnTo>
                  <a:pt x="247" y="490"/>
                </a:lnTo>
                <a:lnTo>
                  <a:pt x="240" y="488"/>
                </a:lnTo>
                <a:lnTo>
                  <a:pt x="228" y="486"/>
                </a:lnTo>
                <a:lnTo>
                  <a:pt x="211" y="486"/>
                </a:lnTo>
                <a:lnTo>
                  <a:pt x="189" y="486"/>
                </a:lnTo>
                <a:lnTo>
                  <a:pt x="184" y="486"/>
                </a:lnTo>
                <a:lnTo>
                  <a:pt x="184" y="483"/>
                </a:lnTo>
                <a:lnTo>
                  <a:pt x="187" y="483"/>
                </a:lnTo>
                <a:lnTo>
                  <a:pt x="192" y="481"/>
                </a:lnTo>
                <a:lnTo>
                  <a:pt x="194" y="481"/>
                </a:lnTo>
                <a:lnTo>
                  <a:pt x="194" y="478"/>
                </a:lnTo>
                <a:lnTo>
                  <a:pt x="194" y="469"/>
                </a:lnTo>
                <a:lnTo>
                  <a:pt x="192" y="459"/>
                </a:lnTo>
                <a:lnTo>
                  <a:pt x="192" y="449"/>
                </a:lnTo>
                <a:lnTo>
                  <a:pt x="192" y="439"/>
                </a:lnTo>
                <a:lnTo>
                  <a:pt x="192" y="432"/>
                </a:lnTo>
                <a:lnTo>
                  <a:pt x="192" y="430"/>
                </a:lnTo>
                <a:lnTo>
                  <a:pt x="192" y="430"/>
                </a:lnTo>
                <a:lnTo>
                  <a:pt x="189" y="427"/>
                </a:lnTo>
                <a:lnTo>
                  <a:pt x="184" y="427"/>
                </a:lnTo>
                <a:lnTo>
                  <a:pt x="182" y="427"/>
                </a:lnTo>
                <a:lnTo>
                  <a:pt x="182" y="427"/>
                </a:lnTo>
                <a:lnTo>
                  <a:pt x="184" y="427"/>
                </a:lnTo>
                <a:lnTo>
                  <a:pt x="189" y="427"/>
                </a:lnTo>
                <a:lnTo>
                  <a:pt x="189" y="427"/>
                </a:lnTo>
                <a:lnTo>
                  <a:pt x="199" y="427"/>
                </a:lnTo>
                <a:lnTo>
                  <a:pt x="204" y="425"/>
                </a:lnTo>
                <a:lnTo>
                  <a:pt x="204" y="425"/>
                </a:lnTo>
                <a:lnTo>
                  <a:pt x="204" y="425"/>
                </a:lnTo>
                <a:lnTo>
                  <a:pt x="209" y="425"/>
                </a:lnTo>
                <a:lnTo>
                  <a:pt x="214" y="425"/>
                </a:lnTo>
                <a:lnTo>
                  <a:pt x="214" y="425"/>
                </a:lnTo>
                <a:lnTo>
                  <a:pt x="214" y="425"/>
                </a:lnTo>
                <a:lnTo>
                  <a:pt x="218" y="425"/>
                </a:lnTo>
                <a:lnTo>
                  <a:pt x="221" y="422"/>
                </a:lnTo>
                <a:lnTo>
                  <a:pt x="221" y="422"/>
                </a:lnTo>
                <a:lnTo>
                  <a:pt x="221" y="422"/>
                </a:lnTo>
                <a:lnTo>
                  <a:pt x="221" y="422"/>
                </a:lnTo>
                <a:lnTo>
                  <a:pt x="230" y="418"/>
                </a:lnTo>
                <a:lnTo>
                  <a:pt x="233" y="418"/>
                </a:lnTo>
                <a:lnTo>
                  <a:pt x="233" y="418"/>
                </a:lnTo>
                <a:lnTo>
                  <a:pt x="235" y="415"/>
                </a:lnTo>
                <a:lnTo>
                  <a:pt x="235" y="413"/>
                </a:lnTo>
                <a:lnTo>
                  <a:pt x="235" y="413"/>
                </a:lnTo>
                <a:lnTo>
                  <a:pt x="235" y="410"/>
                </a:lnTo>
                <a:lnTo>
                  <a:pt x="235" y="410"/>
                </a:lnTo>
                <a:lnTo>
                  <a:pt x="221" y="403"/>
                </a:lnTo>
                <a:lnTo>
                  <a:pt x="218" y="403"/>
                </a:lnTo>
                <a:lnTo>
                  <a:pt x="209" y="401"/>
                </a:lnTo>
                <a:lnTo>
                  <a:pt x="197" y="401"/>
                </a:lnTo>
                <a:lnTo>
                  <a:pt x="194" y="401"/>
                </a:lnTo>
                <a:lnTo>
                  <a:pt x="189" y="398"/>
                </a:lnTo>
                <a:lnTo>
                  <a:pt x="187" y="396"/>
                </a:lnTo>
                <a:lnTo>
                  <a:pt x="182" y="393"/>
                </a:lnTo>
                <a:lnTo>
                  <a:pt x="180" y="391"/>
                </a:lnTo>
                <a:lnTo>
                  <a:pt x="177" y="386"/>
                </a:lnTo>
                <a:lnTo>
                  <a:pt x="175" y="381"/>
                </a:lnTo>
                <a:lnTo>
                  <a:pt x="172" y="379"/>
                </a:lnTo>
                <a:lnTo>
                  <a:pt x="170" y="374"/>
                </a:lnTo>
                <a:lnTo>
                  <a:pt x="170" y="374"/>
                </a:lnTo>
                <a:lnTo>
                  <a:pt x="168" y="374"/>
                </a:lnTo>
                <a:lnTo>
                  <a:pt x="168" y="374"/>
                </a:lnTo>
                <a:lnTo>
                  <a:pt x="168" y="245"/>
                </a:lnTo>
                <a:lnTo>
                  <a:pt x="168" y="245"/>
                </a:lnTo>
                <a:lnTo>
                  <a:pt x="165" y="243"/>
                </a:lnTo>
                <a:lnTo>
                  <a:pt x="165" y="243"/>
                </a:lnTo>
                <a:lnTo>
                  <a:pt x="163" y="243"/>
                </a:lnTo>
                <a:lnTo>
                  <a:pt x="163" y="146"/>
                </a:lnTo>
                <a:lnTo>
                  <a:pt x="163" y="146"/>
                </a:lnTo>
                <a:lnTo>
                  <a:pt x="163" y="146"/>
                </a:lnTo>
                <a:lnTo>
                  <a:pt x="160" y="146"/>
                </a:lnTo>
                <a:lnTo>
                  <a:pt x="160" y="146"/>
                </a:lnTo>
                <a:lnTo>
                  <a:pt x="160" y="65"/>
                </a:lnTo>
                <a:lnTo>
                  <a:pt x="160" y="63"/>
                </a:lnTo>
                <a:lnTo>
                  <a:pt x="158" y="63"/>
                </a:lnTo>
                <a:lnTo>
                  <a:pt x="158" y="63"/>
                </a:lnTo>
                <a:lnTo>
                  <a:pt x="158" y="63"/>
                </a:lnTo>
                <a:lnTo>
                  <a:pt x="158" y="0"/>
                </a:lnTo>
                <a:lnTo>
                  <a:pt x="158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5" y="0"/>
                </a:lnTo>
                <a:lnTo>
                  <a:pt x="153" y="0"/>
                </a:lnTo>
                <a:lnTo>
                  <a:pt x="153" y="0"/>
                </a:lnTo>
                <a:lnTo>
                  <a:pt x="153" y="0"/>
                </a:lnTo>
                <a:lnTo>
                  <a:pt x="153" y="2"/>
                </a:lnTo>
                <a:lnTo>
                  <a:pt x="153" y="2"/>
                </a:lnTo>
                <a:lnTo>
                  <a:pt x="153" y="63"/>
                </a:lnTo>
                <a:lnTo>
                  <a:pt x="153" y="63"/>
                </a:lnTo>
                <a:lnTo>
                  <a:pt x="153" y="63"/>
                </a:lnTo>
                <a:lnTo>
                  <a:pt x="151" y="65"/>
                </a:lnTo>
                <a:lnTo>
                  <a:pt x="151" y="65"/>
                </a:lnTo>
                <a:lnTo>
                  <a:pt x="151" y="65"/>
                </a:lnTo>
                <a:lnTo>
                  <a:pt x="151" y="146"/>
                </a:lnTo>
                <a:lnTo>
                  <a:pt x="151" y="146"/>
                </a:lnTo>
                <a:lnTo>
                  <a:pt x="151" y="146"/>
                </a:lnTo>
                <a:lnTo>
                  <a:pt x="148" y="146"/>
                </a:lnTo>
                <a:lnTo>
                  <a:pt x="148" y="146"/>
                </a:lnTo>
                <a:lnTo>
                  <a:pt x="148" y="243"/>
                </a:lnTo>
                <a:lnTo>
                  <a:pt x="148" y="243"/>
                </a:lnTo>
                <a:lnTo>
                  <a:pt x="146" y="245"/>
                </a:lnTo>
                <a:lnTo>
                  <a:pt x="146" y="245"/>
                </a:lnTo>
                <a:lnTo>
                  <a:pt x="146" y="374"/>
                </a:lnTo>
                <a:lnTo>
                  <a:pt x="146" y="374"/>
                </a:lnTo>
                <a:lnTo>
                  <a:pt x="143" y="374"/>
                </a:lnTo>
                <a:lnTo>
                  <a:pt x="143" y="374"/>
                </a:lnTo>
                <a:lnTo>
                  <a:pt x="141" y="379"/>
                </a:lnTo>
                <a:lnTo>
                  <a:pt x="141" y="384"/>
                </a:lnTo>
                <a:lnTo>
                  <a:pt x="138" y="386"/>
                </a:lnTo>
                <a:lnTo>
                  <a:pt x="136" y="391"/>
                </a:lnTo>
                <a:lnTo>
                  <a:pt x="131" y="393"/>
                </a:lnTo>
                <a:lnTo>
                  <a:pt x="129" y="396"/>
                </a:lnTo>
                <a:lnTo>
                  <a:pt x="124" y="398"/>
                </a:lnTo>
                <a:lnTo>
                  <a:pt x="121" y="401"/>
                </a:lnTo>
                <a:lnTo>
                  <a:pt x="117" y="401"/>
                </a:lnTo>
                <a:lnTo>
                  <a:pt x="105" y="403"/>
                </a:lnTo>
                <a:lnTo>
                  <a:pt x="97" y="403"/>
                </a:lnTo>
                <a:lnTo>
                  <a:pt x="92" y="405"/>
                </a:lnTo>
                <a:lnTo>
                  <a:pt x="80" y="413"/>
                </a:lnTo>
                <a:lnTo>
                  <a:pt x="80" y="413"/>
                </a:lnTo>
                <a:lnTo>
                  <a:pt x="80" y="418"/>
                </a:lnTo>
                <a:lnTo>
                  <a:pt x="80" y="418"/>
                </a:lnTo>
                <a:lnTo>
                  <a:pt x="80" y="420"/>
                </a:lnTo>
                <a:lnTo>
                  <a:pt x="85" y="420"/>
                </a:lnTo>
                <a:lnTo>
                  <a:pt x="95" y="425"/>
                </a:lnTo>
                <a:lnTo>
                  <a:pt x="95" y="425"/>
                </a:lnTo>
                <a:lnTo>
                  <a:pt x="95" y="425"/>
                </a:lnTo>
                <a:lnTo>
                  <a:pt x="100" y="425"/>
                </a:lnTo>
                <a:lnTo>
                  <a:pt x="100" y="425"/>
                </a:lnTo>
                <a:lnTo>
                  <a:pt x="102" y="425"/>
                </a:lnTo>
                <a:lnTo>
                  <a:pt x="102" y="425"/>
                </a:lnTo>
                <a:lnTo>
                  <a:pt x="107" y="427"/>
                </a:lnTo>
                <a:lnTo>
                  <a:pt x="112" y="427"/>
                </a:lnTo>
                <a:lnTo>
                  <a:pt x="112" y="427"/>
                </a:lnTo>
                <a:lnTo>
                  <a:pt x="119" y="427"/>
                </a:lnTo>
                <a:lnTo>
                  <a:pt x="124" y="427"/>
                </a:lnTo>
                <a:lnTo>
                  <a:pt x="124" y="427"/>
                </a:lnTo>
                <a:lnTo>
                  <a:pt x="124" y="427"/>
                </a:lnTo>
                <a:lnTo>
                  <a:pt x="129" y="427"/>
                </a:lnTo>
                <a:lnTo>
                  <a:pt x="129" y="427"/>
                </a:lnTo>
                <a:lnTo>
                  <a:pt x="126" y="430"/>
                </a:lnTo>
                <a:lnTo>
                  <a:pt x="121" y="430"/>
                </a:lnTo>
                <a:lnTo>
                  <a:pt x="119" y="430"/>
                </a:lnTo>
                <a:lnTo>
                  <a:pt x="119" y="432"/>
                </a:lnTo>
                <a:lnTo>
                  <a:pt x="119" y="439"/>
                </a:lnTo>
                <a:lnTo>
                  <a:pt x="119" y="449"/>
                </a:lnTo>
                <a:lnTo>
                  <a:pt x="119" y="459"/>
                </a:lnTo>
                <a:lnTo>
                  <a:pt x="119" y="469"/>
                </a:lnTo>
                <a:lnTo>
                  <a:pt x="119" y="478"/>
                </a:lnTo>
                <a:lnTo>
                  <a:pt x="119" y="481"/>
                </a:lnTo>
                <a:lnTo>
                  <a:pt x="121" y="481"/>
                </a:lnTo>
                <a:lnTo>
                  <a:pt x="124" y="483"/>
                </a:lnTo>
                <a:lnTo>
                  <a:pt x="129" y="483"/>
                </a:lnTo>
                <a:lnTo>
                  <a:pt x="131" y="483"/>
                </a:lnTo>
                <a:lnTo>
                  <a:pt x="131" y="486"/>
                </a:lnTo>
                <a:lnTo>
                  <a:pt x="119" y="486"/>
                </a:lnTo>
                <a:lnTo>
                  <a:pt x="100" y="486"/>
                </a:lnTo>
                <a:lnTo>
                  <a:pt x="83" y="488"/>
                </a:lnTo>
                <a:lnTo>
                  <a:pt x="73" y="490"/>
                </a:lnTo>
                <a:lnTo>
                  <a:pt x="66" y="490"/>
                </a:lnTo>
                <a:lnTo>
                  <a:pt x="66" y="495"/>
                </a:lnTo>
                <a:lnTo>
                  <a:pt x="68" y="498"/>
                </a:lnTo>
                <a:lnTo>
                  <a:pt x="75" y="498"/>
                </a:lnTo>
                <a:lnTo>
                  <a:pt x="88" y="500"/>
                </a:lnTo>
                <a:lnTo>
                  <a:pt x="105" y="500"/>
                </a:lnTo>
                <a:lnTo>
                  <a:pt x="124" y="500"/>
                </a:lnTo>
                <a:lnTo>
                  <a:pt x="131" y="500"/>
                </a:lnTo>
                <a:lnTo>
                  <a:pt x="131" y="505"/>
                </a:lnTo>
                <a:lnTo>
                  <a:pt x="121" y="507"/>
                </a:lnTo>
                <a:lnTo>
                  <a:pt x="107" y="507"/>
                </a:lnTo>
                <a:lnTo>
                  <a:pt x="95" y="507"/>
                </a:lnTo>
                <a:lnTo>
                  <a:pt x="88" y="510"/>
                </a:lnTo>
                <a:lnTo>
                  <a:pt x="88" y="510"/>
                </a:lnTo>
                <a:lnTo>
                  <a:pt x="88" y="520"/>
                </a:lnTo>
                <a:lnTo>
                  <a:pt x="85" y="520"/>
                </a:lnTo>
                <a:lnTo>
                  <a:pt x="80" y="520"/>
                </a:lnTo>
                <a:lnTo>
                  <a:pt x="75" y="520"/>
                </a:lnTo>
                <a:lnTo>
                  <a:pt x="73" y="520"/>
                </a:lnTo>
                <a:lnTo>
                  <a:pt x="73" y="520"/>
                </a:lnTo>
                <a:lnTo>
                  <a:pt x="78" y="1331"/>
                </a:lnTo>
                <a:lnTo>
                  <a:pt x="27" y="1333"/>
                </a:lnTo>
                <a:lnTo>
                  <a:pt x="27" y="1350"/>
                </a:lnTo>
                <a:lnTo>
                  <a:pt x="0" y="1353"/>
                </a:lnTo>
                <a:lnTo>
                  <a:pt x="0" y="1671"/>
                </a:lnTo>
                <a:lnTo>
                  <a:pt x="1279" y="1671"/>
                </a:lnTo>
                <a:lnTo>
                  <a:pt x="1279" y="1154"/>
                </a:lnTo>
                <a:close/>
                <a:moveTo>
                  <a:pt x="126" y="498"/>
                </a:moveTo>
                <a:lnTo>
                  <a:pt x="124" y="498"/>
                </a:lnTo>
                <a:lnTo>
                  <a:pt x="121" y="498"/>
                </a:lnTo>
                <a:lnTo>
                  <a:pt x="119" y="498"/>
                </a:lnTo>
                <a:lnTo>
                  <a:pt x="117" y="498"/>
                </a:lnTo>
                <a:lnTo>
                  <a:pt x="119" y="498"/>
                </a:lnTo>
                <a:lnTo>
                  <a:pt x="121" y="498"/>
                </a:lnTo>
                <a:lnTo>
                  <a:pt x="124" y="498"/>
                </a:lnTo>
                <a:lnTo>
                  <a:pt x="126" y="498"/>
                </a:lnTo>
                <a:lnTo>
                  <a:pt x="131" y="498"/>
                </a:lnTo>
                <a:lnTo>
                  <a:pt x="126" y="498"/>
                </a:lnTo>
                <a:close/>
                <a:moveTo>
                  <a:pt x="117" y="568"/>
                </a:moveTo>
                <a:lnTo>
                  <a:pt x="121" y="568"/>
                </a:lnTo>
                <a:lnTo>
                  <a:pt x="131" y="568"/>
                </a:lnTo>
                <a:lnTo>
                  <a:pt x="138" y="568"/>
                </a:lnTo>
                <a:lnTo>
                  <a:pt x="138" y="656"/>
                </a:lnTo>
                <a:lnTo>
                  <a:pt x="134" y="656"/>
                </a:lnTo>
                <a:lnTo>
                  <a:pt x="124" y="656"/>
                </a:lnTo>
                <a:lnTo>
                  <a:pt x="119" y="656"/>
                </a:lnTo>
                <a:lnTo>
                  <a:pt x="117" y="568"/>
                </a:lnTo>
                <a:close/>
                <a:moveTo>
                  <a:pt x="119" y="673"/>
                </a:moveTo>
                <a:lnTo>
                  <a:pt x="126" y="673"/>
                </a:lnTo>
                <a:lnTo>
                  <a:pt x="136" y="673"/>
                </a:lnTo>
                <a:lnTo>
                  <a:pt x="138" y="673"/>
                </a:lnTo>
                <a:lnTo>
                  <a:pt x="138" y="799"/>
                </a:lnTo>
                <a:lnTo>
                  <a:pt x="136" y="799"/>
                </a:lnTo>
                <a:lnTo>
                  <a:pt x="126" y="799"/>
                </a:lnTo>
                <a:lnTo>
                  <a:pt x="119" y="799"/>
                </a:lnTo>
                <a:lnTo>
                  <a:pt x="119" y="673"/>
                </a:lnTo>
                <a:close/>
                <a:moveTo>
                  <a:pt x="119" y="814"/>
                </a:moveTo>
                <a:lnTo>
                  <a:pt x="124" y="814"/>
                </a:lnTo>
                <a:lnTo>
                  <a:pt x="136" y="814"/>
                </a:lnTo>
                <a:lnTo>
                  <a:pt x="141" y="814"/>
                </a:lnTo>
                <a:lnTo>
                  <a:pt x="141" y="937"/>
                </a:lnTo>
                <a:lnTo>
                  <a:pt x="136" y="937"/>
                </a:lnTo>
                <a:lnTo>
                  <a:pt x="129" y="937"/>
                </a:lnTo>
                <a:lnTo>
                  <a:pt x="119" y="937"/>
                </a:lnTo>
                <a:lnTo>
                  <a:pt x="119" y="814"/>
                </a:lnTo>
                <a:close/>
                <a:moveTo>
                  <a:pt x="119" y="957"/>
                </a:moveTo>
                <a:lnTo>
                  <a:pt x="126" y="957"/>
                </a:lnTo>
                <a:lnTo>
                  <a:pt x="136" y="957"/>
                </a:lnTo>
                <a:lnTo>
                  <a:pt x="141" y="957"/>
                </a:lnTo>
                <a:lnTo>
                  <a:pt x="141" y="1071"/>
                </a:lnTo>
                <a:lnTo>
                  <a:pt x="138" y="1071"/>
                </a:lnTo>
                <a:lnTo>
                  <a:pt x="129" y="1071"/>
                </a:lnTo>
                <a:lnTo>
                  <a:pt x="121" y="1073"/>
                </a:lnTo>
                <a:lnTo>
                  <a:pt x="119" y="957"/>
                </a:lnTo>
                <a:close/>
                <a:moveTo>
                  <a:pt x="129" y="1185"/>
                </a:moveTo>
                <a:lnTo>
                  <a:pt x="121" y="1188"/>
                </a:lnTo>
                <a:lnTo>
                  <a:pt x="121" y="1095"/>
                </a:lnTo>
                <a:lnTo>
                  <a:pt x="126" y="1095"/>
                </a:lnTo>
                <a:lnTo>
                  <a:pt x="136" y="1095"/>
                </a:lnTo>
                <a:lnTo>
                  <a:pt x="141" y="1095"/>
                </a:lnTo>
                <a:lnTo>
                  <a:pt x="141" y="1185"/>
                </a:lnTo>
                <a:lnTo>
                  <a:pt x="129" y="1185"/>
                </a:lnTo>
                <a:close/>
                <a:moveTo>
                  <a:pt x="182" y="568"/>
                </a:moveTo>
                <a:lnTo>
                  <a:pt x="189" y="568"/>
                </a:lnTo>
                <a:lnTo>
                  <a:pt x="197" y="568"/>
                </a:lnTo>
                <a:lnTo>
                  <a:pt x="197" y="656"/>
                </a:lnTo>
                <a:lnTo>
                  <a:pt x="194" y="656"/>
                </a:lnTo>
                <a:lnTo>
                  <a:pt x="182" y="656"/>
                </a:lnTo>
                <a:lnTo>
                  <a:pt x="182" y="568"/>
                </a:lnTo>
                <a:close/>
                <a:moveTo>
                  <a:pt x="182" y="673"/>
                </a:moveTo>
                <a:lnTo>
                  <a:pt x="189" y="673"/>
                </a:lnTo>
                <a:lnTo>
                  <a:pt x="197" y="673"/>
                </a:lnTo>
                <a:lnTo>
                  <a:pt x="199" y="799"/>
                </a:lnTo>
                <a:lnTo>
                  <a:pt x="189" y="799"/>
                </a:lnTo>
                <a:lnTo>
                  <a:pt x="182" y="799"/>
                </a:lnTo>
                <a:lnTo>
                  <a:pt x="182" y="673"/>
                </a:lnTo>
                <a:close/>
                <a:moveTo>
                  <a:pt x="182" y="814"/>
                </a:moveTo>
                <a:lnTo>
                  <a:pt x="194" y="814"/>
                </a:lnTo>
                <a:lnTo>
                  <a:pt x="199" y="814"/>
                </a:lnTo>
                <a:lnTo>
                  <a:pt x="199" y="937"/>
                </a:lnTo>
                <a:lnTo>
                  <a:pt x="192" y="937"/>
                </a:lnTo>
                <a:lnTo>
                  <a:pt x="184" y="937"/>
                </a:lnTo>
                <a:lnTo>
                  <a:pt x="182" y="814"/>
                </a:lnTo>
                <a:close/>
                <a:moveTo>
                  <a:pt x="184" y="957"/>
                </a:moveTo>
                <a:lnTo>
                  <a:pt x="194" y="957"/>
                </a:lnTo>
                <a:lnTo>
                  <a:pt x="199" y="957"/>
                </a:lnTo>
                <a:lnTo>
                  <a:pt x="199" y="1071"/>
                </a:lnTo>
                <a:lnTo>
                  <a:pt x="192" y="1071"/>
                </a:lnTo>
                <a:lnTo>
                  <a:pt x="184" y="1071"/>
                </a:lnTo>
                <a:lnTo>
                  <a:pt x="184" y="957"/>
                </a:lnTo>
                <a:close/>
                <a:moveTo>
                  <a:pt x="199" y="1188"/>
                </a:moveTo>
                <a:lnTo>
                  <a:pt x="184" y="1185"/>
                </a:lnTo>
                <a:lnTo>
                  <a:pt x="184" y="1098"/>
                </a:lnTo>
                <a:lnTo>
                  <a:pt x="197" y="1098"/>
                </a:lnTo>
                <a:lnTo>
                  <a:pt x="199" y="1098"/>
                </a:lnTo>
                <a:lnTo>
                  <a:pt x="201" y="1188"/>
                </a:lnTo>
                <a:lnTo>
                  <a:pt x="199" y="11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id-ID" sz="1400"/>
          </a:p>
        </p:txBody>
      </p:sp>
      <p:pic>
        <p:nvPicPr>
          <p:cNvPr id="176904200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2485" y="421774"/>
            <a:ext cx="372612" cy="365958"/>
          </a:xfrm>
          <a:prstGeom prst="rect">
            <a:avLst/>
          </a:prstGeom>
        </p:spPr>
      </p:pic>
      <p:pic>
        <p:nvPicPr>
          <p:cNvPr id="238110409" name="Picture 7" descr="C:\Users\sarthak jain\Desktop\unnamed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264391" y="245232"/>
            <a:ext cx="1722206" cy="719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164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55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625500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662550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62550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1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03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5033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5033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503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86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73860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73860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73860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9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3987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3987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398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865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28657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28657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2865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59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115948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115948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159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6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3766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27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06227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6763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0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6270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7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87657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90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1000"/>
                                        <p:tgtEl>
                                          <p:spTgt spid="180990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8853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3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54635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54635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38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7338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7338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77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55770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55770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118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912118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912118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35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57359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57359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85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97859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97859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43178" grpId="0"/>
      <p:bldP spid="1273860625" grpId="0" animBg="1"/>
      <p:bldP spid="537664511" grpId="0"/>
      <p:bldP spid="2062272134" grpId="0"/>
      <p:bldP spid="67631451" grpId="0"/>
      <p:bldP spid="162702341" grpId="0"/>
      <p:bldP spid="876573806" grpId="0"/>
      <p:bldP spid="2028657297" grpId="0" animBg="1"/>
      <p:bldP spid="1809900672" grpId="0"/>
      <p:bldP spid="1088533887" grpId="0"/>
      <p:bldP spid="1197859002" grpId="0" animBg="1"/>
      <p:bldP spid="1257359652" grpId="0" animBg="1"/>
      <p:bldP spid="912118573" grpId="0" animBg="1"/>
      <p:bldP spid="555770204" grpId="0" animBg="1"/>
      <p:bldP spid="1273384286" grpId="0" animBg="1"/>
      <p:bldP spid="18546353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1040</Words>
  <Application>Microsoft Office PowerPoint</Application>
  <PresentationFormat>Widescreen</PresentationFormat>
  <Paragraphs>182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2" baseType="lpstr">
      <vt:lpstr>Aptos</vt:lpstr>
      <vt:lpstr>Arial</vt:lpstr>
      <vt:lpstr>Arial Black</vt:lpstr>
      <vt:lpstr>Arvo</vt:lpstr>
      <vt:lpstr>Bebas Neue</vt:lpstr>
      <vt:lpstr>Calibri</vt:lpstr>
      <vt:lpstr>Calibri body</vt:lpstr>
      <vt:lpstr>Lato</vt:lpstr>
      <vt:lpstr>Modern Love</vt:lpstr>
      <vt:lpstr>Poppins</vt:lpstr>
      <vt:lpstr>Roboto</vt:lpstr>
      <vt:lpstr>Roboto Black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Comparative of CA Campus by ICAI &amp; FAST Careers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nawra jayusman</dc:creator>
  <cp:lastModifiedBy>Sarthak Jain</cp:lastModifiedBy>
  <cp:revision>554</cp:revision>
  <cp:lastPrinted>2026-06-18T12:28:53Z</cp:lastPrinted>
  <dcterms:created xsi:type="dcterms:W3CDTF">2021-10-19T00:45:11Z</dcterms:created>
  <dcterms:modified xsi:type="dcterms:W3CDTF">2026-09-23T13:45:49Z</dcterms:modified>
</cp:coreProperties>
</file>